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</p:sldIdLst>
  <p:sldSz cx="7927975" cy="96012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033" autoAdjust="0"/>
  </p:normalViewPr>
  <p:slideViewPr>
    <p:cSldViewPr snapToGrid="0">
      <p:cViewPr>
        <p:scale>
          <a:sx n="50" d="100"/>
          <a:sy n="50" d="100"/>
        </p:scale>
        <p:origin x="2606" y="23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94598" y="1571308"/>
            <a:ext cx="6738779" cy="3342640"/>
          </a:xfrm>
        </p:spPr>
        <p:txBody>
          <a:bodyPr anchor="b"/>
          <a:lstStyle>
            <a:lvl1pPr algn="ctr">
              <a:defRPr sz="520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90997" y="5042853"/>
            <a:ext cx="5945981" cy="2318067"/>
          </a:xfrm>
        </p:spPr>
        <p:txBody>
          <a:bodyPr/>
          <a:lstStyle>
            <a:lvl1pPr marL="0" indent="0" algn="ctr">
              <a:buNone/>
              <a:defRPr sz="2081"/>
            </a:lvl1pPr>
            <a:lvl2pPr marL="396392" indent="0" algn="ctr">
              <a:buNone/>
              <a:defRPr sz="1734"/>
            </a:lvl2pPr>
            <a:lvl3pPr marL="792785" indent="0" algn="ctr">
              <a:buNone/>
              <a:defRPr sz="1561"/>
            </a:lvl3pPr>
            <a:lvl4pPr marL="1189177" indent="0" algn="ctr">
              <a:buNone/>
              <a:defRPr sz="1387"/>
            </a:lvl4pPr>
            <a:lvl5pPr marL="1585570" indent="0" algn="ctr">
              <a:buNone/>
              <a:defRPr sz="1387"/>
            </a:lvl5pPr>
            <a:lvl6pPr marL="1981962" indent="0" algn="ctr">
              <a:buNone/>
              <a:defRPr sz="1387"/>
            </a:lvl6pPr>
            <a:lvl7pPr marL="2378354" indent="0" algn="ctr">
              <a:buNone/>
              <a:defRPr sz="1387"/>
            </a:lvl7pPr>
            <a:lvl8pPr marL="2774747" indent="0" algn="ctr">
              <a:buNone/>
              <a:defRPr sz="1387"/>
            </a:lvl8pPr>
            <a:lvl9pPr marL="3171139" indent="0" algn="ctr">
              <a:buNone/>
              <a:defRPr sz="1387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EB1A2-C212-46A6-8743-BCB81CF9F335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45D1A-9FAC-41B2-8C02-93D8D86BE3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31604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EB1A2-C212-46A6-8743-BCB81CF9F335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45D1A-9FAC-41B2-8C02-93D8D86BE3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29330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0920" y="2393635"/>
            <a:ext cx="6837878" cy="3993832"/>
          </a:xfrm>
        </p:spPr>
        <p:txBody>
          <a:bodyPr anchor="b"/>
          <a:lstStyle>
            <a:lvl1pPr>
              <a:defRPr sz="520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0920" y="6425250"/>
            <a:ext cx="6837878" cy="2100262"/>
          </a:xfrm>
        </p:spPr>
        <p:txBody>
          <a:bodyPr/>
          <a:lstStyle>
            <a:lvl1pPr marL="0" indent="0">
              <a:buNone/>
              <a:defRPr sz="2081">
                <a:solidFill>
                  <a:schemeClr val="tx1">
                    <a:tint val="82000"/>
                  </a:schemeClr>
                </a:solidFill>
              </a:defRPr>
            </a:lvl1pPr>
            <a:lvl2pPr marL="396392" indent="0">
              <a:buNone/>
              <a:defRPr sz="1734">
                <a:solidFill>
                  <a:schemeClr val="tx1">
                    <a:tint val="82000"/>
                  </a:schemeClr>
                </a:solidFill>
              </a:defRPr>
            </a:lvl2pPr>
            <a:lvl3pPr marL="792785" indent="0">
              <a:buNone/>
              <a:defRPr sz="1561">
                <a:solidFill>
                  <a:schemeClr val="tx1">
                    <a:tint val="82000"/>
                  </a:schemeClr>
                </a:solidFill>
              </a:defRPr>
            </a:lvl3pPr>
            <a:lvl4pPr marL="1189177" indent="0">
              <a:buNone/>
              <a:defRPr sz="1387">
                <a:solidFill>
                  <a:schemeClr val="tx1">
                    <a:tint val="82000"/>
                  </a:schemeClr>
                </a:solidFill>
              </a:defRPr>
            </a:lvl4pPr>
            <a:lvl5pPr marL="1585570" indent="0">
              <a:buNone/>
              <a:defRPr sz="1387">
                <a:solidFill>
                  <a:schemeClr val="tx1">
                    <a:tint val="82000"/>
                  </a:schemeClr>
                </a:solidFill>
              </a:defRPr>
            </a:lvl5pPr>
            <a:lvl6pPr marL="1981962" indent="0">
              <a:buNone/>
              <a:defRPr sz="1387">
                <a:solidFill>
                  <a:schemeClr val="tx1">
                    <a:tint val="82000"/>
                  </a:schemeClr>
                </a:solidFill>
              </a:defRPr>
            </a:lvl6pPr>
            <a:lvl7pPr marL="2378354" indent="0">
              <a:buNone/>
              <a:defRPr sz="1387">
                <a:solidFill>
                  <a:schemeClr val="tx1">
                    <a:tint val="82000"/>
                  </a:schemeClr>
                </a:solidFill>
              </a:defRPr>
            </a:lvl7pPr>
            <a:lvl8pPr marL="2774747" indent="0">
              <a:buNone/>
              <a:defRPr sz="1387">
                <a:solidFill>
                  <a:schemeClr val="tx1">
                    <a:tint val="82000"/>
                  </a:schemeClr>
                </a:solidFill>
              </a:defRPr>
            </a:lvl8pPr>
            <a:lvl9pPr marL="3171139" indent="0">
              <a:buNone/>
              <a:defRPr sz="1387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EB1A2-C212-46A6-8743-BCB81CF9F335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45D1A-9FAC-41B2-8C02-93D8D86BE3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19834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5048" y="2555875"/>
            <a:ext cx="3369389" cy="60918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13538" y="2555875"/>
            <a:ext cx="3369389" cy="60918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EB1A2-C212-46A6-8743-BCB81CF9F335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45D1A-9FAC-41B2-8C02-93D8D86BE3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4027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6081" y="511177"/>
            <a:ext cx="6837878" cy="185578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6082" y="2353628"/>
            <a:ext cx="3353905" cy="1153477"/>
          </a:xfrm>
        </p:spPr>
        <p:txBody>
          <a:bodyPr anchor="b"/>
          <a:lstStyle>
            <a:lvl1pPr marL="0" indent="0">
              <a:buNone/>
              <a:defRPr sz="2081" b="1"/>
            </a:lvl1pPr>
            <a:lvl2pPr marL="396392" indent="0">
              <a:buNone/>
              <a:defRPr sz="1734" b="1"/>
            </a:lvl2pPr>
            <a:lvl3pPr marL="792785" indent="0">
              <a:buNone/>
              <a:defRPr sz="1561" b="1"/>
            </a:lvl3pPr>
            <a:lvl4pPr marL="1189177" indent="0">
              <a:buNone/>
              <a:defRPr sz="1387" b="1"/>
            </a:lvl4pPr>
            <a:lvl5pPr marL="1585570" indent="0">
              <a:buNone/>
              <a:defRPr sz="1387" b="1"/>
            </a:lvl5pPr>
            <a:lvl6pPr marL="1981962" indent="0">
              <a:buNone/>
              <a:defRPr sz="1387" b="1"/>
            </a:lvl6pPr>
            <a:lvl7pPr marL="2378354" indent="0">
              <a:buNone/>
              <a:defRPr sz="1387" b="1"/>
            </a:lvl7pPr>
            <a:lvl8pPr marL="2774747" indent="0">
              <a:buNone/>
              <a:defRPr sz="1387" b="1"/>
            </a:lvl8pPr>
            <a:lvl9pPr marL="3171139" indent="0">
              <a:buNone/>
              <a:defRPr sz="138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6082" y="3507105"/>
            <a:ext cx="3353905" cy="51584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013538" y="2353628"/>
            <a:ext cx="3370422" cy="1153477"/>
          </a:xfrm>
        </p:spPr>
        <p:txBody>
          <a:bodyPr anchor="b"/>
          <a:lstStyle>
            <a:lvl1pPr marL="0" indent="0">
              <a:buNone/>
              <a:defRPr sz="2081" b="1"/>
            </a:lvl1pPr>
            <a:lvl2pPr marL="396392" indent="0">
              <a:buNone/>
              <a:defRPr sz="1734" b="1"/>
            </a:lvl2pPr>
            <a:lvl3pPr marL="792785" indent="0">
              <a:buNone/>
              <a:defRPr sz="1561" b="1"/>
            </a:lvl3pPr>
            <a:lvl4pPr marL="1189177" indent="0">
              <a:buNone/>
              <a:defRPr sz="1387" b="1"/>
            </a:lvl4pPr>
            <a:lvl5pPr marL="1585570" indent="0">
              <a:buNone/>
              <a:defRPr sz="1387" b="1"/>
            </a:lvl5pPr>
            <a:lvl6pPr marL="1981962" indent="0">
              <a:buNone/>
              <a:defRPr sz="1387" b="1"/>
            </a:lvl6pPr>
            <a:lvl7pPr marL="2378354" indent="0">
              <a:buNone/>
              <a:defRPr sz="1387" b="1"/>
            </a:lvl7pPr>
            <a:lvl8pPr marL="2774747" indent="0">
              <a:buNone/>
              <a:defRPr sz="1387" b="1"/>
            </a:lvl8pPr>
            <a:lvl9pPr marL="3171139" indent="0">
              <a:buNone/>
              <a:defRPr sz="138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013538" y="3507105"/>
            <a:ext cx="3370422" cy="51584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EB1A2-C212-46A6-8743-BCB81CF9F335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45D1A-9FAC-41B2-8C02-93D8D86BE3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5374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EB1A2-C212-46A6-8743-BCB81CF9F335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45D1A-9FAC-41B2-8C02-93D8D86BE3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86861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EB1A2-C212-46A6-8743-BCB81CF9F335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45D1A-9FAC-41B2-8C02-93D8D86BE3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68537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6081" y="640080"/>
            <a:ext cx="2556978" cy="2240280"/>
          </a:xfrm>
        </p:spPr>
        <p:txBody>
          <a:bodyPr anchor="b"/>
          <a:lstStyle>
            <a:lvl1pPr>
              <a:defRPr sz="277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70422" y="1382397"/>
            <a:ext cx="4013537" cy="6823075"/>
          </a:xfrm>
        </p:spPr>
        <p:txBody>
          <a:bodyPr/>
          <a:lstStyle>
            <a:lvl1pPr>
              <a:defRPr sz="2774"/>
            </a:lvl1pPr>
            <a:lvl2pPr>
              <a:defRPr sz="2428"/>
            </a:lvl2pPr>
            <a:lvl3pPr>
              <a:defRPr sz="2081"/>
            </a:lvl3pPr>
            <a:lvl4pPr>
              <a:defRPr sz="1734"/>
            </a:lvl4pPr>
            <a:lvl5pPr>
              <a:defRPr sz="1734"/>
            </a:lvl5pPr>
            <a:lvl6pPr>
              <a:defRPr sz="1734"/>
            </a:lvl6pPr>
            <a:lvl7pPr>
              <a:defRPr sz="1734"/>
            </a:lvl7pPr>
            <a:lvl8pPr>
              <a:defRPr sz="1734"/>
            </a:lvl8pPr>
            <a:lvl9pPr>
              <a:defRPr sz="173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6081" y="2880360"/>
            <a:ext cx="2556978" cy="5336223"/>
          </a:xfrm>
        </p:spPr>
        <p:txBody>
          <a:bodyPr/>
          <a:lstStyle>
            <a:lvl1pPr marL="0" indent="0">
              <a:buNone/>
              <a:defRPr sz="1387"/>
            </a:lvl1pPr>
            <a:lvl2pPr marL="396392" indent="0">
              <a:buNone/>
              <a:defRPr sz="1214"/>
            </a:lvl2pPr>
            <a:lvl3pPr marL="792785" indent="0">
              <a:buNone/>
              <a:defRPr sz="1040"/>
            </a:lvl3pPr>
            <a:lvl4pPr marL="1189177" indent="0">
              <a:buNone/>
              <a:defRPr sz="867"/>
            </a:lvl4pPr>
            <a:lvl5pPr marL="1585570" indent="0">
              <a:buNone/>
              <a:defRPr sz="867"/>
            </a:lvl5pPr>
            <a:lvl6pPr marL="1981962" indent="0">
              <a:buNone/>
              <a:defRPr sz="867"/>
            </a:lvl6pPr>
            <a:lvl7pPr marL="2378354" indent="0">
              <a:buNone/>
              <a:defRPr sz="867"/>
            </a:lvl7pPr>
            <a:lvl8pPr marL="2774747" indent="0">
              <a:buNone/>
              <a:defRPr sz="867"/>
            </a:lvl8pPr>
            <a:lvl9pPr marL="3171139" indent="0">
              <a:buNone/>
              <a:defRPr sz="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EB1A2-C212-46A6-8743-BCB81CF9F335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45D1A-9FAC-41B2-8C02-93D8D86BE3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4043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6081" y="640080"/>
            <a:ext cx="2556978" cy="2240280"/>
          </a:xfrm>
        </p:spPr>
        <p:txBody>
          <a:bodyPr anchor="b"/>
          <a:lstStyle>
            <a:lvl1pPr>
              <a:defRPr sz="277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70422" y="1382397"/>
            <a:ext cx="4013537" cy="6823075"/>
          </a:xfrm>
        </p:spPr>
        <p:txBody>
          <a:bodyPr anchor="t"/>
          <a:lstStyle>
            <a:lvl1pPr marL="0" indent="0">
              <a:buNone/>
              <a:defRPr sz="2774"/>
            </a:lvl1pPr>
            <a:lvl2pPr marL="396392" indent="0">
              <a:buNone/>
              <a:defRPr sz="2428"/>
            </a:lvl2pPr>
            <a:lvl3pPr marL="792785" indent="0">
              <a:buNone/>
              <a:defRPr sz="2081"/>
            </a:lvl3pPr>
            <a:lvl4pPr marL="1189177" indent="0">
              <a:buNone/>
              <a:defRPr sz="1734"/>
            </a:lvl4pPr>
            <a:lvl5pPr marL="1585570" indent="0">
              <a:buNone/>
              <a:defRPr sz="1734"/>
            </a:lvl5pPr>
            <a:lvl6pPr marL="1981962" indent="0">
              <a:buNone/>
              <a:defRPr sz="1734"/>
            </a:lvl6pPr>
            <a:lvl7pPr marL="2378354" indent="0">
              <a:buNone/>
              <a:defRPr sz="1734"/>
            </a:lvl7pPr>
            <a:lvl8pPr marL="2774747" indent="0">
              <a:buNone/>
              <a:defRPr sz="1734"/>
            </a:lvl8pPr>
            <a:lvl9pPr marL="3171139" indent="0">
              <a:buNone/>
              <a:defRPr sz="1734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6081" y="2880360"/>
            <a:ext cx="2556978" cy="5336223"/>
          </a:xfrm>
        </p:spPr>
        <p:txBody>
          <a:bodyPr/>
          <a:lstStyle>
            <a:lvl1pPr marL="0" indent="0">
              <a:buNone/>
              <a:defRPr sz="1387"/>
            </a:lvl1pPr>
            <a:lvl2pPr marL="396392" indent="0">
              <a:buNone/>
              <a:defRPr sz="1214"/>
            </a:lvl2pPr>
            <a:lvl3pPr marL="792785" indent="0">
              <a:buNone/>
              <a:defRPr sz="1040"/>
            </a:lvl3pPr>
            <a:lvl4pPr marL="1189177" indent="0">
              <a:buNone/>
              <a:defRPr sz="867"/>
            </a:lvl4pPr>
            <a:lvl5pPr marL="1585570" indent="0">
              <a:buNone/>
              <a:defRPr sz="867"/>
            </a:lvl5pPr>
            <a:lvl6pPr marL="1981962" indent="0">
              <a:buNone/>
              <a:defRPr sz="867"/>
            </a:lvl6pPr>
            <a:lvl7pPr marL="2378354" indent="0">
              <a:buNone/>
              <a:defRPr sz="867"/>
            </a:lvl7pPr>
            <a:lvl8pPr marL="2774747" indent="0">
              <a:buNone/>
              <a:defRPr sz="867"/>
            </a:lvl8pPr>
            <a:lvl9pPr marL="3171139" indent="0">
              <a:buNone/>
              <a:defRPr sz="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EB1A2-C212-46A6-8743-BCB81CF9F335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45D1A-9FAC-41B2-8C02-93D8D86BE3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44475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EB1A2-C212-46A6-8743-BCB81CF9F335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45D1A-9FAC-41B2-8C02-93D8D86BE3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2978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673457" y="511175"/>
            <a:ext cx="1709470" cy="81365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45049" y="511175"/>
            <a:ext cx="5029309" cy="813657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EB1A2-C212-46A6-8743-BCB81CF9F335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45D1A-9FAC-41B2-8C02-93D8D86BE3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20398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45049" y="511177"/>
            <a:ext cx="6837878" cy="18557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5049" y="2555875"/>
            <a:ext cx="6837878" cy="60918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5048" y="8898892"/>
            <a:ext cx="1783794" cy="511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0EB1A2-C212-46A6-8743-BCB81CF9F335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26142" y="8898892"/>
            <a:ext cx="2675692" cy="511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599133" y="8898892"/>
            <a:ext cx="1783794" cy="511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545D1A-9FAC-41B2-8C02-93D8D86BE3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71611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792785" rtl="0" eaLnBrk="1" latinLnBrk="0" hangingPunct="1">
        <a:lnSpc>
          <a:spcPct val="90000"/>
        </a:lnSpc>
        <a:spcBef>
          <a:spcPct val="0"/>
        </a:spcBef>
        <a:buNone/>
        <a:defRPr sz="381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8196" indent="-198196" algn="l" defTabSz="792785" rtl="0" eaLnBrk="1" latinLnBrk="0" hangingPunct="1">
        <a:lnSpc>
          <a:spcPct val="90000"/>
        </a:lnSpc>
        <a:spcBef>
          <a:spcPts val="867"/>
        </a:spcBef>
        <a:buFont typeface="Arial" panose="020B0604020202020204" pitchFamily="34" charset="0"/>
        <a:buChar char="•"/>
        <a:defRPr sz="2428" kern="1200">
          <a:solidFill>
            <a:schemeClr val="tx1"/>
          </a:solidFill>
          <a:latin typeface="+mn-lt"/>
          <a:ea typeface="+mn-ea"/>
          <a:cs typeface="+mn-cs"/>
        </a:defRPr>
      </a:lvl1pPr>
      <a:lvl2pPr marL="594589" indent="-198196" algn="l" defTabSz="792785" rtl="0" eaLnBrk="1" latinLnBrk="0" hangingPunct="1">
        <a:lnSpc>
          <a:spcPct val="90000"/>
        </a:lnSpc>
        <a:spcBef>
          <a:spcPts val="434"/>
        </a:spcBef>
        <a:buFont typeface="Arial" panose="020B0604020202020204" pitchFamily="34" charset="0"/>
        <a:buChar char="•"/>
        <a:defRPr sz="2081" kern="1200">
          <a:solidFill>
            <a:schemeClr val="tx1"/>
          </a:solidFill>
          <a:latin typeface="+mn-lt"/>
          <a:ea typeface="+mn-ea"/>
          <a:cs typeface="+mn-cs"/>
        </a:defRPr>
      </a:lvl2pPr>
      <a:lvl3pPr marL="990981" indent="-198196" algn="l" defTabSz="792785" rtl="0" eaLnBrk="1" latinLnBrk="0" hangingPunct="1">
        <a:lnSpc>
          <a:spcPct val="90000"/>
        </a:lnSpc>
        <a:spcBef>
          <a:spcPts val="434"/>
        </a:spcBef>
        <a:buFont typeface="Arial" panose="020B0604020202020204" pitchFamily="34" charset="0"/>
        <a:buChar char="•"/>
        <a:defRPr sz="1734" kern="1200">
          <a:solidFill>
            <a:schemeClr val="tx1"/>
          </a:solidFill>
          <a:latin typeface="+mn-lt"/>
          <a:ea typeface="+mn-ea"/>
          <a:cs typeface="+mn-cs"/>
        </a:defRPr>
      </a:lvl3pPr>
      <a:lvl4pPr marL="1387373" indent="-198196" algn="l" defTabSz="792785" rtl="0" eaLnBrk="1" latinLnBrk="0" hangingPunct="1">
        <a:lnSpc>
          <a:spcPct val="90000"/>
        </a:lnSpc>
        <a:spcBef>
          <a:spcPts val="434"/>
        </a:spcBef>
        <a:buFont typeface="Arial" panose="020B0604020202020204" pitchFamily="34" charset="0"/>
        <a:buChar char="•"/>
        <a:defRPr sz="1561" kern="1200">
          <a:solidFill>
            <a:schemeClr val="tx1"/>
          </a:solidFill>
          <a:latin typeface="+mn-lt"/>
          <a:ea typeface="+mn-ea"/>
          <a:cs typeface="+mn-cs"/>
        </a:defRPr>
      </a:lvl4pPr>
      <a:lvl5pPr marL="1783766" indent="-198196" algn="l" defTabSz="792785" rtl="0" eaLnBrk="1" latinLnBrk="0" hangingPunct="1">
        <a:lnSpc>
          <a:spcPct val="90000"/>
        </a:lnSpc>
        <a:spcBef>
          <a:spcPts val="434"/>
        </a:spcBef>
        <a:buFont typeface="Arial" panose="020B0604020202020204" pitchFamily="34" charset="0"/>
        <a:buChar char="•"/>
        <a:defRPr sz="1561" kern="1200">
          <a:solidFill>
            <a:schemeClr val="tx1"/>
          </a:solidFill>
          <a:latin typeface="+mn-lt"/>
          <a:ea typeface="+mn-ea"/>
          <a:cs typeface="+mn-cs"/>
        </a:defRPr>
      </a:lvl5pPr>
      <a:lvl6pPr marL="2180158" indent="-198196" algn="l" defTabSz="792785" rtl="0" eaLnBrk="1" latinLnBrk="0" hangingPunct="1">
        <a:lnSpc>
          <a:spcPct val="90000"/>
        </a:lnSpc>
        <a:spcBef>
          <a:spcPts val="434"/>
        </a:spcBef>
        <a:buFont typeface="Arial" panose="020B0604020202020204" pitchFamily="34" charset="0"/>
        <a:buChar char="•"/>
        <a:defRPr sz="1561" kern="1200">
          <a:solidFill>
            <a:schemeClr val="tx1"/>
          </a:solidFill>
          <a:latin typeface="+mn-lt"/>
          <a:ea typeface="+mn-ea"/>
          <a:cs typeface="+mn-cs"/>
        </a:defRPr>
      </a:lvl6pPr>
      <a:lvl7pPr marL="2576551" indent="-198196" algn="l" defTabSz="792785" rtl="0" eaLnBrk="1" latinLnBrk="0" hangingPunct="1">
        <a:lnSpc>
          <a:spcPct val="90000"/>
        </a:lnSpc>
        <a:spcBef>
          <a:spcPts val="434"/>
        </a:spcBef>
        <a:buFont typeface="Arial" panose="020B0604020202020204" pitchFamily="34" charset="0"/>
        <a:buChar char="•"/>
        <a:defRPr sz="1561" kern="1200">
          <a:solidFill>
            <a:schemeClr val="tx1"/>
          </a:solidFill>
          <a:latin typeface="+mn-lt"/>
          <a:ea typeface="+mn-ea"/>
          <a:cs typeface="+mn-cs"/>
        </a:defRPr>
      </a:lvl7pPr>
      <a:lvl8pPr marL="2972943" indent="-198196" algn="l" defTabSz="792785" rtl="0" eaLnBrk="1" latinLnBrk="0" hangingPunct="1">
        <a:lnSpc>
          <a:spcPct val="90000"/>
        </a:lnSpc>
        <a:spcBef>
          <a:spcPts val="434"/>
        </a:spcBef>
        <a:buFont typeface="Arial" panose="020B0604020202020204" pitchFamily="34" charset="0"/>
        <a:buChar char="•"/>
        <a:defRPr sz="1561" kern="1200">
          <a:solidFill>
            <a:schemeClr val="tx1"/>
          </a:solidFill>
          <a:latin typeface="+mn-lt"/>
          <a:ea typeface="+mn-ea"/>
          <a:cs typeface="+mn-cs"/>
        </a:defRPr>
      </a:lvl8pPr>
      <a:lvl9pPr marL="3369335" indent="-198196" algn="l" defTabSz="792785" rtl="0" eaLnBrk="1" latinLnBrk="0" hangingPunct="1">
        <a:lnSpc>
          <a:spcPct val="90000"/>
        </a:lnSpc>
        <a:spcBef>
          <a:spcPts val="434"/>
        </a:spcBef>
        <a:buFont typeface="Arial" panose="020B0604020202020204" pitchFamily="34" charset="0"/>
        <a:buChar char="•"/>
        <a:defRPr sz="156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92785" rtl="0" eaLnBrk="1" latinLnBrk="0" hangingPunct="1">
        <a:defRPr sz="1561" kern="1200">
          <a:solidFill>
            <a:schemeClr val="tx1"/>
          </a:solidFill>
          <a:latin typeface="+mn-lt"/>
          <a:ea typeface="+mn-ea"/>
          <a:cs typeface="+mn-cs"/>
        </a:defRPr>
      </a:lvl1pPr>
      <a:lvl2pPr marL="396392" algn="l" defTabSz="792785" rtl="0" eaLnBrk="1" latinLnBrk="0" hangingPunct="1">
        <a:defRPr sz="1561" kern="1200">
          <a:solidFill>
            <a:schemeClr val="tx1"/>
          </a:solidFill>
          <a:latin typeface="+mn-lt"/>
          <a:ea typeface="+mn-ea"/>
          <a:cs typeface="+mn-cs"/>
        </a:defRPr>
      </a:lvl2pPr>
      <a:lvl3pPr marL="792785" algn="l" defTabSz="792785" rtl="0" eaLnBrk="1" latinLnBrk="0" hangingPunct="1">
        <a:defRPr sz="1561" kern="1200">
          <a:solidFill>
            <a:schemeClr val="tx1"/>
          </a:solidFill>
          <a:latin typeface="+mn-lt"/>
          <a:ea typeface="+mn-ea"/>
          <a:cs typeface="+mn-cs"/>
        </a:defRPr>
      </a:lvl3pPr>
      <a:lvl4pPr marL="1189177" algn="l" defTabSz="792785" rtl="0" eaLnBrk="1" latinLnBrk="0" hangingPunct="1">
        <a:defRPr sz="1561" kern="1200">
          <a:solidFill>
            <a:schemeClr val="tx1"/>
          </a:solidFill>
          <a:latin typeface="+mn-lt"/>
          <a:ea typeface="+mn-ea"/>
          <a:cs typeface="+mn-cs"/>
        </a:defRPr>
      </a:lvl4pPr>
      <a:lvl5pPr marL="1585570" algn="l" defTabSz="792785" rtl="0" eaLnBrk="1" latinLnBrk="0" hangingPunct="1">
        <a:defRPr sz="1561" kern="1200">
          <a:solidFill>
            <a:schemeClr val="tx1"/>
          </a:solidFill>
          <a:latin typeface="+mn-lt"/>
          <a:ea typeface="+mn-ea"/>
          <a:cs typeface="+mn-cs"/>
        </a:defRPr>
      </a:lvl5pPr>
      <a:lvl6pPr marL="1981962" algn="l" defTabSz="792785" rtl="0" eaLnBrk="1" latinLnBrk="0" hangingPunct="1">
        <a:defRPr sz="1561" kern="1200">
          <a:solidFill>
            <a:schemeClr val="tx1"/>
          </a:solidFill>
          <a:latin typeface="+mn-lt"/>
          <a:ea typeface="+mn-ea"/>
          <a:cs typeface="+mn-cs"/>
        </a:defRPr>
      </a:lvl6pPr>
      <a:lvl7pPr marL="2378354" algn="l" defTabSz="792785" rtl="0" eaLnBrk="1" latinLnBrk="0" hangingPunct="1">
        <a:defRPr sz="1561" kern="1200">
          <a:solidFill>
            <a:schemeClr val="tx1"/>
          </a:solidFill>
          <a:latin typeface="+mn-lt"/>
          <a:ea typeface="+mn-ea"/>
          <a:cs typeface="+mn-cs"/>
        </a:defRPr>
      </a:lvl7pPr>
      <a:lvl8pPr marL="2774747" algn="l" defTabSz="792785" rtl="0" eaLnBrk="1" latinLnBrk="0" hangingPunct="1">
        <a:defRPr sz="1561" kern="1200">
          <a:solidFill>
            <a:schemeClr val="tx1"/>
          </a:solidFill>
          <a:latin typeface="+mn-lt"/>
          <a:ea typeface="+mn-ea"/>
          <a:cs typeface="+mn-cs"/>
        </a:defRPr>
      </a:lvl8pPr>
      <a:lvl9pPr marL="3171139" algn="l" defTabSz="792785" rtl="0" eaLnBrk="1" latinLnBrk="0" hangingPunct="1">
        <a:defRPr sz="156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21" Type="http://schemas.microsoft.com/office/2007/relationships/hdphoto" Target="../media/hdphoto1.wdp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8" name="Picture 297">
            <a:extLst>
              <a:ext uri="{FF2B5EF4-FFF2-40B4-BE49-F238E27FC236}">
                <a16:creationId xmlns:a16="http://schemas.microsoft.com/office/drawing/2014/main" id="{ECC1433C-42CA-FB5E-09DB-4B926E3B65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4075114" y="4123095"/>
            <a:ext cx="1690176" cy="1717255"/>
          </a:xfrm>
          <a:prstGeom prst="rect">
            <a:avLst/>
          </a:prstGeom>
        </p:spPr>
      </p:pic>
      <p:pic>
        <p:nvPicPr>
          <p:cNvPr id="299" name="Picture 298">
            <a:extLst>
              <a:ext uri="{FF2B5EF4-FFF2-40B4-BE49-F238E27FC236}">
                <a16:creationId xmlns:a16="http://schemas.microsoft.com/office/drawing/2014/main" id="{B338DC66-A8D6-ABB1-9D31-FCD7FEC230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009549" y="4152825"/>
            <a:ext cx="1681016" cy="1634961"/>
          </a:xfrm>
          <a:prstGeom prst="rect">
            <a:avLst/>
          </a:prstGeom>
        </p:spPr>
      </p:pic>
      <p:pic>
        <p:nvPicPr>
          <p:cNvPr id="300" name="Picture 299">
            <a:extLst>
              <a:ext uri="{FF2B5EF4-FFF2-40B4-BE49-F238E27FC236}">
                <a16:creationId xmlns:a16="http://schemas.microsoft.com/office/drawing/2014/main" id="{246D1AE5-8B82-E94D-FFC2-1FA7B4EF31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2133398" y="4123091"/>
            <a:ext cx="1715636" cy="1704044"/>
          </a:xfrm>
          <a:prstGeom prst="rect">
            <a:avLst/>
          </a:prstGeom>
        </p:spPr>
      </p:pic>
      <p:pic>
        <p:nvPicPr>
          <p:cNvPr id="301" name="Picture 300">
            <a:extLst>
              <a:ext uri="{FF2B5EF4-FFF2-40B4-BE49-F238E27FC236}">
                <a16:creationId xmlns:a16="http://schemas.microsoft.com/office/drawing/2014/main" id="{F3DE914D-A593-F791-9313-1153E681FA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14953" y="4112631"/>
            <a:ext cx="1987504" cy="1788073"/>
          </a:xfrm>
          <a:prstGeom prst="rect">
            <a:avLst/>
          </a:prstGeom>
        </p:spPr>
      </p:pic>
      <p:pic>
        <p:nvPicPr>
          <p:cNvPr id="302" name="Picture 301">
            <a:extLst>
              <a:ext uri="{FF2B5EF4-FFF2-40B4-BE49-F238E27FC236}">
                <a16:creationId xmlns:a16="http://schemas.microsoft.com/office/drawing/2014/main" id="{4BBB8A1D-78EC-15DA-416E-150A2067A72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5808640" y="819489"/>
            <a:ext cx="1939331" cy="1878806"/>
          </a:xfrm>
          <a:prstGeom prst="rect">
            <a:avLst/>
          </a:prstGeom>
        </p:spPr>
      </p:pic>
      <p:pic>
        <p:nvPicPr>
          <p:cNvPr id="303" name="Picture 302">
            <a:extLst>
              <a:ext uri="{FF2B5EF4-FFF2-40B4-BE49-F238E27FC236}">
                <a16:creationId xmlns:a16="http://schemas.microsoft.com/office/drawing/2014/main" id="{43FEA6A8-3AD4-C5A6-E138-2FA9B4647E1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3926702" y="795506"/>
            <a:ext cx="1973585" cy="1905791"/>
          </a:xfrm>
          <a:prstGeom prst="rect">
            <a:avLst/>
          </a:prstGeom>
        </p:spPr>
      </p:pic>
      <p:pic>
        <p:nvPicPr>
          <p:cNvPr id="304" name="Picture 303">
            <a:extLst>
              <a:ext uri="{FF2B5EF4-FFF2-40B4-BE49-F238E27FC236}">
                <a16:creationId xmlns:a16="http://schemas.microsoft.com/office/drawing/2014/main" id="{03D98BBF-6702-993A-81F9-E1229E4A32D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1995125" y="798510"/>
            <a:ext cx="2054627" cy="1878805"/>
          </a:xfrm>
          <a:prstGeom prst="rect">
            <a:avLst/>
          </a:prstGeom>
        </p:spPr>
      </p:pic>
      <p:pic>
        <p:nvPicPr>
          <p:cNvPr id="305" name="Picture 304">
            <a:extLst>
              <a:ext uri="{FF2B5EF4-FFF2-40B4-BE49-F238E27FC236}">
                <a16:creationId xmlns:a16="http://schemas.microsoft.com/office/drawing/2014/main" id="{544DD46C-B1F4-C0DE-77C6-9E3614C68EF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/>
        </p:blipFill>
        <p:spPr>
          <a:xfrm>
            <a:off x="196238" y="824674"/>
            <a:ext cx="1929097" cy="185051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06" name="TextBox 305">
                <a:extLst>
                  <a:ext uri="{FF2B5EF4-FFF2-40B4-BE49-F238E27FC236}">
                    <a16:creationId xmlns:a16="http://schemas.microsoft.com/office/drawing/2014/main" id="{7750D774-4671-FF78-9D14-9767779D124B}"/>
                  </a:ext>
                </a:extLst>
              </p:cNvPr>
              <p:cNvSpPr txBox="1"/>
              <p:nvPr/>
            </p:nvSpPr>
            <p:spPr>
              <a:xfrm>
                <a:off x="4183532" y="2661215"/>
                <a:ext cx="141709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charset="0"/>
                        <a:ea typeface="Cambria Math" panose="02040503050406030204" charset="0"/>
                      </a:rPr>
                      <m:t>𝛼</m:t>
                    </m:r>
                  </m:oMath>
                </a14:m>
                <a:r>
                  <a:rPr lang="en-US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 large, 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charset="0"/>
                        <a:ea typeface="Cambria Math" panose="02040503050406030204" charset="0"/>
                      </a:rPr>
                      <m:t>𝛽</m:t>
                    </m:r>
                    <m:r>
                      <a:rPr lang="en-US" sz="1400" i="1">
                        <a:latin typeface="Cambria Math" panose="02040503050406030204" charset="0"/>
                        <a:ea typeface="Cambria Math" panose="02040503050406030204" charset="0"/>
                      </a:rPr>
                      <m:t> </m:t>
                    </m:r>
                  </m:oMath>
                </a14:m>
                <a:r>
                  <a:rPr lang="en-US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small</a:t>
                </a:r>
              </a:p>
            </p:txBody>
          </p:sp>
        </mc:Choice>
        <mc:Fallback>
          <p:sp>
            <p:nvSpPr>
              <p:cNvPr id="306" name="TextBox 305">
                <a:extLst>
                  <a:ext uri="{FF2B5EF4-FFF2-40B4-BE49-F238E27FC236}">
                    <a16:creationId xmlns:a16="http://schemas.microsoft.com/office/drawing/2014/main" id="{7750D774-4671-FF78-9D14-9767779D12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3532" y="2661215"/>
                <a:ext cx="1417097" cy="307777"/>
              </a:xfrm>
              <a:prstGeom prst="rect">
                <a:avLst/>
              </a:prstGeom>
              <a:blipFill>
                <a:blip r:embed="rId10"/>
                <a:stretch>
                  <a:fillRect t="-4000" r="-858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7" name="TextBox 306">
                <a:extLst>
                  <a:ext uri="{FF2B5EF4-FFF2-40B4-BE49-F238E27FC236}">
                    <a16:creationId xmlns:a16="http://schemas.microsoft.com/office/drawing/2014/main" id="{27697602-3DD6-64D2-1213-F69D9003DF92}"/>
                  </a:ext>
                </a:extLst>
              </p:cNvPr>
              <p:cNvSpPr txBox="1"/>
              <p:nvPr/>
            </p:nvSpPr>
            <p:spPr>
              <a:xfrm>
                <a:off x="421279" y="2661215"/>
                <a:ext cx="144746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charset="0"/>
                        <a:ea typeface="Cambria Math" panose="02040503050406030204" charset="0"/>
                      </a:rPr>
                      <m:t>𝛼</m:t>
                    </m:r>
                  </m:oMath>
                </a14:m>
                <a:r>
                  <a:rPr lang="en-US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 small, 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charset="0"/>
                        <a:ea typeface="Cambria Math" panose="02040503050406030204" charset="0"/>
                      </a:rPr>
                      <m:t>𝛽</m:t>
                    </m:r>
                    <m:r>
                      <a:rPr lang="en-US" sz="1400" i="1">
                        <a:latin typeface="Cambria Math" panose="02040503050406030204" charset="0"/>
                        <a:ea typeface="Cambria Math" panose="02040503050406030204" charset="0"/>
                      </a:rPr>
                      <m:t> </m:t>
                    </m:r>
                  </m:oMath>
                </a14:m>
                <a:r>
                  <a:rPr lang="en-US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small</a:t>
                </a:r>
              </a:p>
            </p:txBody>
          </p:sp>
        </mc:Choice>
        <mc:Fallback>
          <p:sp>
            <p:nvSpPr>
              <p:cNvPr id="307" name="TextBox 306">
                <a:extLst>
                  <a:ext uri="{FF2B5EF4-FFF2-40B4-BE49-F238E27FC236}">
                    <a16:creationId xmlns:a16="http://schemas.microsoft.com/office/drawing/2014/main" id="{27697602-3DD6-64D2-1213-F69D9003DF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279" y="2661215"/>
                <a:ext cx="1447461" cy="307777"/>
              </a:xfrm>
              <a:prstGeom prst="rect">
                <a:avLst/>
              </a:prstGeom>
              <a:blipFill>
                <a:blip r:embed="rId11"/>
                <a:stretch>
                  <a:fillRect t="-4000" r="-420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8" name="TextBox 307">
                <a:extLst>
                  <a:ext uri="{FF2B5EF4-FFF2-40B4-BE49-F238E27FC236}">
                    <a16:creationId xmlns:a16="http://schemas.microsoft.com/office/drawing/2014/main" id="{27F1B5BF-FA01-C388-90A7-23B591D1AA69}"/>
                  </a:ext>
                </a:extLst>
              </p:cNvPr>
              <p:cNvSpPr txBox="1"/>
              <p:nvPr/>
            </p:nvSpPr>
            <p:spPr>
              <a:xfrm>
                <a:off x="6034295" y="2661215"/>
                <a:ext cx="144746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charset="0"/>
                        <a:ea typeface="Cambria Math" panose="02040503050406030204" charset="0"/>
                      </a:rPr>
                      <m:t>𝛼</m:t>
                    </m:r>
                  </m:oMath>
                </a14:m>
                <a:r>
                  <a:rPr lang="en-US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 large, 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charset="0"/>
                        <a:ea typeface="Cambria Math" panose="02040503050406030204" charset="0"/>
                      </a:rPr>
                      <m:t>𝛽</m:t>
                    </m:r>
                    <m:r>
                      <a:rPr lang="en-US" sz="1400" i="1">
                        <a:latin typeface="Cambria Math" panose="02040503050406030204" charset="0"/>
                        <a:ea typeface="Cambria Math" panose="02040503050406030204" charset="0"/>
                      </a:rPr>
                      <m:t> </m:t>
                    </m:r>
                  </m:oMath>
                </a14:m>
                <a:r>
                  <a:rPr lang="en-US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large</a:t>
                </a:r>
              </a:p>
            </p:txBody>
          </p:sp>
        </mc:Choice>
        <mc:Fallback>
          <p:sp>
            <p:nvSpPr>
              <p:cNvPr id="308" name="TextBox 307">
                <a:extLst>
                  <a:ext uri="{FF2B5EF4-FFF2-40B4-BE49-F238E27FC236}">
                    <a16:creationId xmlns:a16="http://schemas.microsoft.com/office/drawing/2014/main" id="{27F1B5BF-FA01-C388-90A7-23B591D1AA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4295" y="2661215"/>
                <a:ext cx="1447461" cy="307777"/>
              </a:xfrm>
              <a:prstGeom prst="rect">
                <a:avLst/>
              </a:prstGeom>
              <a:blipFill>
                <a:blip r:embed="rId12"/>
                <a:stretch>
                  <a:fillRect t="-4000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9" name="TextBox 308">
                <a:extLst>
                  <a:ext uri="{FF2B5EF4-FFF2-40B4-BE49-F238E27FC236}">
                    <a16:creationId xmlns:a16="http://schemas.microsoft.com/office/drawing/2014/main" id="{B7DD488D-959C-F32A-2CDF-787461DE2AF3}"/>
                  </a:ext>
                </a:extLst>
              </p:cNvPr>
              <p:cNvSpPr txBox="1"/>
              <p:nvPr/>
            </p:nvSpPr>
            <p:spPr>
              <a:xfrm>
                <a:off x="2302405" y="2661215"/>
                <a:ext cx="144746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charset="0"/>
                        <a:ea typeface="Cambria Math" panose="02040503050406030204" charset="0"/>
                      </a:rPr>
                      <m:t>𝛼</m:t>
                    </m:r>
                  </m:oMath>
                </a14:m>
                <a:r>
                  <a:rPr lang="en-US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small</a:t>
                </a:r>
                <a:r>
                  <a:rPr lang="en-US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charset="0"/>
                        <a:ea typeface="Cambria Math" panose="02040503050406030204" charset="0"/>
                      </a:rPr>
                      <m:t>𝛽</m:t>
                    </m:r>
                    <m:r>
                      <a:rPr lang="en-US" sz="1400" i="1">
                        <a:latin typeface="Cambria Math" panose="02040503050406030204" charset="0"/>
                        <a:ea typeface="Cambria Math" panose="02040503050406030204" charset="0"/>
                      </a:rPr>
                      <m:t> </m:t>
                    </m:r>
                  </m:oMath>
                </a14:m>
                <a:r>
                  <a:rPr lang="en-US" altLang="zh-CN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large</a:t>
                </a:r>
                <a:endParaRPr lang="en-US" sz="1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309" name="TextBox 308">
                <a:extLst>
                  <a:ext uri="{FF2B5EF4-FFF2-40B4-BE49-F238E27FC236}">
                    <a16:creationId xmlns:a16="http://schemas.microsoft.com/office/drawing/2014/main" id="{B7DD488D-959C-F32A-2CDF-787461DE2A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2405" y="2661215"/>
                <a:ext cx="1447461" cy="307777"/>
              </a:xfrm>
              <a:prstGeom prst="rect">
                <a:avLst/>
              </a:prstGeom>
              <a:blipFill>
                <a:blip r:embed="rId13"/>
                <a:stretch>
                  <a:fillRect t="-4000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0" name="TextBox 12">
            <a:extLst>
              <a:ext uri="{FF2B5EF4-FFF2-40B4-BE49-F238E27FC236}">
                <a16:creationId xmlns:a16="http://schemas.microsoft.com/office/drawing/2014/main" id="{3E9278BF-3433-00FD-2C8E-90411A85B0E1}"/>
              </a:ext>
            </a:extLst>
          </p:cNvPr>
          <p:cNvSpPr txBox="1"/>
          <p:nvPr/>
        </p:nvSpPr>
        <p:spPr>
          <a:xfrm>
            <a:off x="654339" y="506158"/>
            <a:ext cx="2932572" cy="276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Structural Zeros (cannot be constructed)</a:t>
            </a:r>
          </a:p>
        </p:txBody>
      </p:sp>
      <p:sp>
        <p:nvSpPr>
          <p:cNvPr id="311" name="TextBox 98">
            <a:extLst>
              <a:ext uri="{FF2B5EF4-FFF2-40B4-BE49-F238E27FC236}">
                <a16:creationId xmlns:a16="http://schemas.microsoft.com/office/drawing/2014/main" id="{4611FED5-ADE4-BABF-0434-C761EFAB5C4D}"/>
              </a:ext>
            </a:extLst>
          </p:cNvPr>
          <p:cNvSpPr txBox="1"/>
          <p:nvPr/>
        </p:nvSpPr>
        <p:spPr>
          <a:xfrm>
            <a:off x="3915971" y="509787"/>
            <a:ext cx="1871482" cy="276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Constructable Area</a:t>
            </a:r>
          </a:p>
        </p:txBody>
      </p:sp>
      <p:sp>
        <p:nvSpPr>
          <p:cNvPr id="312" name="矩形 33">
            <a:extLst>
              <a:ext uri="{FF2B5EF4-FFF2-40B4-BE49-F238E27FC236}">
                <a16:creationId xmlns:a16="http://schemas.microsoft.com/office/drawing/2014/main" id="{450E23C2-788A-81FF-E615-15F4FD370472}"/>
              </a:ext>
            </a:extLst>
          </p:cNvPr>
          <p:cNvSpPr/>
          <p:nvPr/>
        </p:nvSpPr>
        <p:spPr>
          <a:xfrm>
            <a:off x="325278" y="505127"/>
            <a:ext cx="290420" cy="290430"/>
          </a:xfrm>
          <a:prstGeom prst="rect">
            <a:avLst/>
          </a:prstGeom>
          <a:solidFill>
            <a:srgbClr val="A69ED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3" name="矩形 36">
            <a:extLst>
              <a:ext uri="{FF2B5EF4-FFF2-40B4-BE49-F238E27FC236}">
                <a16:creationId xmlns:a16="http://schemas.microsoft.com/office/drawing/2014/main" id="{CDB7B212-F903-E43C-FEEB-3E6824E51172}"/>
              </a:ext>
            </a:extLst>
          </p:cNvPr>
          <p:cNvSpPr/>
          <p:nvPr/>
        </p:nvSpPr>
        <p:spPr>
          <a:xfrm>
            <a:off x="3637047" y="511561"/>
            <a:ext cx="290420" cy="290430"/>
          </a:xfrm>
          <a:prstGeom prst="rect">
            <a:avLst/>
          </a:prstGeom>
          <a:solidFill>
            <a:srgbClr val="F2F2F2"/>
          </a:solidFill>
          <a:ln w="3175">
            <a:solidFill>
              <a:srgbClr val="696969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4" name="椭圆 18">
            <a:extLst>
              <a:ext uri="{FF2B5EF4-FFF2-40B4-BE49-F238E27FC236}">
                <a16:creationId xmlns:a16="http://schemas.microsoft.com/office/drawing/2014/main" id="{CB27DBBF-2D40-5234-6609-2C86673DC900}"/>
              </a:ext>
            </a:extLst>
          </p:cNvPr>
          <p:cNvSpPr/>
          <p:nvPr/>
        </p:nvSpPr>
        <p:spPr>
          <a:xfrm>
            <a:off x="281603" y="846825"/>
            <a:ext cx="1771460" cy="1771523"/>
          </a:xfrm>
          <a:prstGeom prst="ellipse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5" name="椭圆 38">
            <a:extLst>
              <a:ext uri="{FF2B5EF4-FFF2-40B4-BE49-F238E27FC236}">
                <a16:creationId xmlns:a16="http://schemas.microsoft.com/office/drawing/2014/main" id="{34531D7A-6D62-5AB1-1B35-E5467EEB20F1}"/>
              </a:ext>
            </a:extLst>
          </p:cNvPr>
          <p:cNvSpPr/>
          <p:nvPr/>
        </p:nvSpPr>
        <p:spPr>
          <a:xfrm>
            <a:off x="2150584" y="846825"/>
            <a:ext cx="1771460" cy="1771523"/>
          </a:xfrm>
          <a:prstGeom prst="ellipse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6" name="椭圆 44">
            <a:extLst>
              <a:ext uri="{FF2B5EF4-FFF2-40B4-BE49-F238E27FC236}">
                <a16:creationId xmlns:a16="http://schemas.microsoft.com/office/drawing/2014/main" id="{FF252DFE-126B-1B45-CBFC-C14B6E11685F}"/>
              </a:ext>
            </a:extLst>
          </p:cNvPr>
          <p:cNvSpPr/>
          <p:nvPr/>
        </p:nvSpPr>
        <p:spPr>
          <a:xfrm>
            <a:off x="4019208" y="846825"/>
            <a:ext cx="1771460" cy="1771523"/>
          </a:xfrm>
          <a:prstGeom prst="ellipse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7" name="椭圆 47">
            <a:extLst>
              <a:ext uri="{FF2B5EF4-FFF2-40B4-BE49-F238E27FC236}">
                <a16:creationId xmlns:a16="http://schemas.microsoft.com/office/drawing/2014/main" id="{283C64C9-2439-11FF-6B3B-1494ABED29FE}"/>
              </a:ext>
            </a:extLst>
          </p:cNvPr>
          <p:cNvSpPr/>
          <p:nvPr/>
        </p:nvSpPr>
        <p:spPr>
          <a:xfrm>
            <a:off x="5888190" y="846825"/>
            <a:ext cx="1771460" cy="1771523"/>
          </a:xfrm>
          <a:prstGeom prst="ellipse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18" name="TextBox 8">
                <a:extLst>
                  <a:ext uri="{FF2B5EF4-FFF2-40B4-BE49-F238E27FC236}">
                    <a16:creationId xmlns:a16="http://schemas.microsoft.com/office/drawing/2014/main" id="{24803843-E942-76BB-FD96-63C746FE5AAF}"/>
                  </a:ext>
                </a:extLst>
              </p:cNvPr>
              <p:cNvSpPr txBox="1"/>
              <p:nvPr/>
            </p:nvSpPr>
            <p:spPr>
              <a:xfrm>
                <a:off x="5431916" y="457083"/>
                <a:ext cx="2474524" cy="33749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1595" i="1">
                          <a:latin typeface="Cambria Math" panose="02040503050406030204" pitchFamily="18" charset="0"/>
                          <a:ea typeface="Cambria Math" panose="02040503050406030204" charset="0"/>
                        </a:rPr>
                        <m:t>𝜓</m:t>
                      </m:r>
                      <m:d>
                        <m:dPr>
                          <m:ctrlPr>
                            <a:rPr lang="en-US" sz="1595" i="1">
                              <a:latin typeface="Cambria Math" panose="02040503050406030204" charset="0"/>
                              <a:ea typeface="Cambria Math" panose="02040503050406030204" charset="0"/>
                            </a:rPr>
                          </m:ctrlPr>
                        </m:dPr>
                        <m:e>
                          <m:r>
                            <a:rPr lang="en-US" sz="1595" i="1">
                              <a:latin typeface="Cambria Math" panose="02040503050406030204" charset="0"/>
                              <a:ea typeface="Cambria Math" panose="02040503050406030204" charset="0"/>
                            </a:rPr>
                            <m:t>𝑟</m:t>
                          </m:r>
                        </m:e>
                      </m:d>
                      <m:r>
                        <a:rPr lang="en-US" sz="1595" i="1">
                          <a:latin typeface="Cambria Math" panose="02040503050406030204" charset="0"/>
                          <a:ea typeface="Cambria Math" panose="02040503050406030204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1595">
                          <a:latin typeface="Cambria Math" panose="02040503050406030204" charset="0"/>
                          <a:ea typeface="Cambria Math" panose="02040503050406030204" charset="0"/>
                        </a:rPr>
                        <m:t>logistic</m:t>
                      </m:r>
                      <m:r>
                        <a:rPr lang="en-US" sz="1595" i="1">
                          <a:latin typeface="Cambria Math" panose="02040503050406030204" charset="0"/>
                          <a:ea typeface="Cambria Math" panose="02040503050406030204" charset="0"/>
                        </a:rPr>
                        <m:t>(</m:t>
                      </m:r>
                      <m:r>
                        <a:rPr lang="en-US" sz="1595" i="1">
                          <a:latin typeface="Cambria Math" panose="02040503050406030204" charset="0"/>
                          <a:ea typeface="Cambria Math" panose="02040503050406030204" charset="0"/>
                        </a:rPr>
                        <m:t>𝛼</m:t>
                      </m:r>
                      <m:r>
                        <a:rPr lang="en-US" sz="1595" i="1">
                          <a:latin typeface="Cambria Math" panose="02040503050406030204" charset="0"/>
                          <a:ea typeface="Cambria Math" panose="02040503050406030204" charset="0"/>
                        </a:rPr>
                        <m:t>+</m:t>
                      </m:r>
                      <m:r>
                        <a:rPr lang="en-US" sz="1595" i="1">
                          <a:latin typeface="Cambria Math" panose="02040503050406030204" charset="0"/>
                          <a:ea typeface="Cambria Math" panose="02040503050406030204" charset="0"/>
                        </a:rPr>
                        <m:t>𝛽</m:t>
                      </m:r>
                      <m:r>
                        <a:rPr lang="en-US" sz="1595" i="1">
                          <a:latin typeface="Cambria Math" panose="02040503050406030204" charset="0"/>
                          <a:ea typeface="Cambria Math" panose="02040503050406030204" charset="0"/>
                        </a:rPr>
                        <m:t>∙</m:t>
                      </m:r>
                      <m:r>
                        <a:rPr lang="en-US" sz="1595" i="1">
                          <a:latin typeface="Cambria Math" panose="02040503050406030204" charset="0"/>
                          <a:ea typeface="Cambria Math" panose="02040503050406030204" charset="0"/>
                        </a:rPr>
                        <m:t>𝑟</m:t>
                      </m:r>
                      <m:r>
                        <a:rPr lang="en-US" sz="1595" i="1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)</m:t>
                      </m:r>
                    </m:oMath>
                  </m:oMathPara>
                </a14:m>
                <a:endParaRPr lang="en-US" sz="1595" i="1" dirty="0">
                  <a:latin typeface="Arial" panose="020B0604020202020204" pitchFamily="34" charset="0"/>
                  <a:ea typeface="MS Mincho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318" name="TextBox 8">
                <a:extLst>
                  <a:ext uri="{FF2B5EF4-FFF2-40B4-BE49-F238E27FC236}">
                    <a16:creationId xmlns:a16="http://schemas.microsoft.com/office/drawing/2014/main" id="{24803843-E942-76BB-FD96-63C746FE5A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1916" y="457083"/>
                <a:ext cx="2474524" cy="337493"/>
              </a:xfrm>
              <a:prstGeom prst="rect">
                <a:avLst/>
              </a:prstGeom>
              <a:blipFill>
                <a:blip r:embed="rId14"/>
                <a:stretch>
                  <a:fillRect b="-127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9" name="文本框 60">
            <a:extLst>
              <a:ext uri="{FF2B5EF4-FFF2-40B4-BE49-F238E27FC236}">
                <a16:creationId xmlns:a16="http://schemas.microsoft.com/office/drawing/2014/main" id="{B604FB72-B8B8-3C43-6425-582784DE52F5}"/>
              </a:ext>
            </a:extLst>
          </p:cNvPr>
          <p:cNvSpPr txBox="1"/>
          <p:nvPr/>
        </p:nvSpPr>
        <p:spPr>
          <a:xfrm>
            <a:off x="2148440" y="2905922"/>
            <a:ext cx="176038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Edge constrained</a:t>
            </a:r>
          </a:p>
        </p:txBody>
      </p:sp>
      <p:sp>
        <p:nvSpPr>
          <p:cNvPr id="320" name="文本框 53">
            <a:extLst>
              <a:ext uri="{FF2B5EF4-FFF2-40B4-BE49-F238E27FC236}">
                <a16:creationId xmlns:a16="http://schemas.microsoft.com/office/drawing/2014/main" id="{D809E333-0C37-91B9-D385-D0A1E713B971}"/>
              </a:ext>
            </a:extLst>
          </p:cNvPr>
          <p:cNvSpPr txBox="1"/>
          <p:nvPr/>
        </p:nvSpPr>
        <p:spPr>
          <a:xfrm>
            <a:off x="309822" y="2905922"/>
            <a:ext cx="1691087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Uniformly Open</a:t>
            </a:r>
          </a:p>
        </p:txBody>
      </p:sp>
      <p:sp>
        <p:nvSpPr>
          <p:cNvPr id="321" name="文本框 59">
            <a:extLst>
              <a:ext uri="{FF2B5EF4-FFF2-40B4-BE49-F238E27FC236}">
                <a16:creationId xmlns:a16="http://schemas.microsoft.com/office/drawing/2014/main" id="{82E44B95-D8AA-CD5D-A3D2-A9F9B220F72D}"/>
              </a:ext>
            </a:extLst>
          </p:cNvPr>
          <p:cNvSpPr txBox="1"/>
          <p:nvPr/>
        </p:nvSpPr>
        <p:spPr>
          <a:xfrm>
            <a:off x="5895334" y="2905922"/>
            <a:ext cx="176324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Locked</a:t>
            </a:r>
          </a:p>
        </p:txBody>
      </p:sp>
      <p:sp>
        <p:nvSpPr>
          <p:cNvPr id="322" name="文本框 61">
            <a:extLst>
              <a:ext uri="{FF2B5EF4-FFF2-40B4-BE49-F238E27FC236}">
                <a16:creationId xmlns:a16="http://schemas.microsoft.com/office/drawing/2014/main" id="{FAD2B2EC-DB9A-3977-7340-E0DDE8957F57}"/>
              </a:ext>
            </a:extLst>
          </p:cNvPr>
          <p:cNvSpPr txBox="1"/>
          <p:nvPr/>
        </p:nvSpPr>
        <p:spPr>
          <a:xfrm>
            <a:off x="3992418" y="2905922"/>
            <a:ext cx="197358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Uniformly constrained</a:t>
            </a:r>
          </a:p>
        </p:txBody>
      </p:sp>
      <p:sp>
        <p:nvSpPr>
          <p:cNvPr id="323" name="Google Shape;421;p29">
            <a:extLst>
              <a:ext uri="{FF2B5EF4-FFF2-40B4-BE49-F238E27FC236}">
                <a16:creationId xmlns:a16="http://schemas.microsoft.com/office/drawing/2014/main" id="{35E58C63-40BA-1088-0769-FC587EE7F272}"/>
              </a:ext>
            </a:extLst>
          </p:cNvPr>
          <p:cNvSpPr txBox="1"/>
          <p:nvPr/>
        </p:nvSpPr>
        <p:spPr>
          <a:xfrm>
            <a:off x="2279524" y="5787788"/>
            <a:ext cx="1444117" cy="388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0960" tIns="80960" rIns="80960" bIns="80960" anchor="t" anchorCtr="0">
            <a:spAutoFit/>
          </a:bodyPr>
          <a:lstStyle/>
          <a:p>
            <a:pPr lvl="0" algn="ctr"/>
            <a:r>
              <a:rPr lang="de-AT" sz="142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κ small δ large </a:t>
            </a:r>
            <a:endParaRPr sz="1420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4" name="Google Shape;422;p29">
            <a:extLst>
              <a:ext uri="{FF2B5EF4-FFF2-40B4-BE49-F238E27FC236}">
                <a16:creationId xmlns:a16="http://schemas.microsoft.com/office/drawing/2014/main" id="{AC368CEE-5743-79C4-16EE-2D75EEF8D841}"/>
              </a:ext>
            </a:extLst>
          </p:cNvPr>
          <p:cNvSpPr txBox="1"/>
          <p:nvPr/>
        </p:nvSpPr>
        <p:spPr>
          <a:xfrm>
            <a:off x="6134665" y="5787787"/>
            <a:ext cx="1517698" cy="388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0960" tIns="80960" rIns="80960" bIns="80960" anchor="t" anchorCtr="0">
            <a:spAutoFit/>
          </a:bodyPr>
          <a:lstStyle/>
          <a:p>
            <a:pPr lvl="0" algn="ctr"/>
            <a:r>
              <a:rPr lang="de-AT" sz="142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κ large δ large </a:t>
            </a:r>
            <a:endParaRPr sz="1420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5" name="Google Shape;423;p29">
            <a:extLst>
              <a:ext uri="{FF2B5EF4-FFF2-40B4-BE49-F238E27FC236}">
                <a16:creationId xmlns:a16="http://schemas.microsoft.com/office/drawing/2014/main" id="{2061068F-6F5B-2439-4257-06951C989FAD}"/>
              </a:ext>
            </a:extLst>
          </p:cNvPr>
          <p:cNvSpPr txBox="1"/>
          <p:nvPr/>
        </p:nvSpPr>
        <p:spPr>
          <a:xfrm>
            <a:off x="351412" y="5787788"/>
            <a:ext cx="1444474" cy="388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0960" tIns="80960" rIns="80960" bIns="80960" anchor="t" anchorCtr="0">
            <a:spAutoFit/>
          </a:bodyPr>
          <a:lstStyle/>
          <a:p>
            <a:pPr lvl="0" algn="ctr"/>
            <a:r>
              <a:rPr lang="de-AT" sz="142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κ small δ small </a:t>
            </a:r>
            <a:endParaRPr sz="1420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6" name="Google Shape;424;p29">
            <a:extLst>
              <a:ext uri="{FF2B5EF4-FFF2-40B4-BE49-F238E27FC236}">
                <a16:creationId xmlns:a16="http://schemas.microsoft.com/office/drawing/2014/main" id="{E42DD3D7-BDE0-5D63-224F-18D09F8B477D}"/>
              </a:ext>
            </a:extLst>
          </p:cNvPr>
          <p:cNvSpPr txBox="1"/>
          <p:nvPr/>
        </p:nvSpPr>
        <p:spPr>
          <a:xfrm>
            <a:off x="4207275" y="5787788"/>
            <a:ext cx="1444117" cy="388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0960" tIns="80960" rIns="80960" bIns="80960" anchor="t" anchorCtr="0">
            <a:spAutoFit/>
          </a:bodyPr>
          <a:lstStyle/>
          <a:p>
            <a:pPr lvl="0" algn="ctr"/>
            <a:r>
              <a:rPr lang="de-AT" sz="142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κ large δ small </a:t>
            </a:r>
            <a:endParaRPr sz="1420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7" name="TextBox 12">
            <a:extLst>
              <a:ext uri="{FF2B5EF4-FFF2-40B4-BE49-F238E27FC236}">
                <a16:creationId xmlns:a16="http://schemas.microsoft.com/office/drawing/2014/main" id="{E5C2E22D-0894-1240-A4A4-F4B49117DF82}"/>
              </a:ext>
            </a:extLst>
          </p:cNvPr>
          <p:cNvSpPr txBox="1"/>
          <p:nvPr/>
        </p:nvSpPr>
        <p:spPr>
          <a:xfrm>
            <a:off x="770039" y="3719141"/>
            <a:ext cx="992742" cy="276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Buildings</a:t>
            </a:r>
          </a:p>
        </p:txBody>
      </p:sp>
      <p:sp>
        <p:nvSpPr>
          <p:cNvPr id="328" name="TextBox 98">
            <a:extLst>
              <a:ext uri="{FF2B5EF4-FFF2-40B4-BE49-F238E27FC236}">
                <a16:creationId xmlns:a16="http://schemas.microsoft.com/office/drawing/2014/main" id="{EBF617C3-B349-EFCD-5FD0-81ECF463D29A}"/>
              </a:ext>
            </a:extLst>
          </p:cNvPr>
          <p:cNvSpPr txBox="1"/>
          <p:nvPr/>
        </p:nvSpPr>
        <p:spPr>
          <a:xfrm>
            <a:off x="3712209" y="3719497"/>
            <a:ext cx="2073754" cy="276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Constructable Area</a:t>
            </a:r>
          </a:p>
        </p:txBody>
      </p:sp>
      <p:sp>
        <p:nvSpPr>
          <p:cNvPr id="329" name="矩形 11">
            <a:extLst>
              <a:ext uri="{FF2B5EF4-FFF2-40B4-BE49-F238E27FC236}">
                <a16:creationId xmlns:a16="http://schemas.microsoft.com/office/drawing/2014/main" id="{05658256-2477-E7C7-4BE4-955E855E18A1}"/>
              </a:ext>
            </a:extLst>
          </p:cNvPr>
          <p:cNvSpPr/>
          <p:nvPr/>
        </p:nvSpPr>
        <p:spPr>
          <a:xfrm>
            <a:off x="479645" y="3711639"/>
            <a:ext cx="290395" cy="290368"/>
          </a:xfrm>
          <a:prstGeom prst="rect">
            <a:avLst/>
          </a:prstGeom>
          <a:solidFill>
            <a:srgbClr val="9AD67D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0" name="矩形 12">
            <a:extLst>
              <a:ext uri="{FF2B5EF4-FFF2-40B4-BE49-F238E27FC236}">
                <a16:creationId xmlns:a16="http://schemas.microsoft.com/office/drawing/2014/main" id="{1BD64E7F-8AC6-96EA-6455-955D0B0ADE6A}"/>
              </a:ext>
            </a:extLst>
          </p:cNvPr>
          <p:cNvSpPr/>
          <p:nvPr/>
        </p:nvSpPr>
        <p:spPr>
          <a:xfrm>
            <a:off x="3421458" y="3710923"/>
            <a:ext cx="290395" cy="290368"/>
          </a:xfrm>
          <a:prstGeom prst="rect">
            <a:avLst/>
          </a:prstGeom>
          <a:solidFill>
            <a:srgbClr val="F2F2F2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1" name="椭圆 26">
            <a:extLst>
              <a:ext uri="{FF2B5EF4-FFF2-40B4-BE49-F238E27FC236}">
                <a16:creationId xmlns:a16="http://schemas.microsoft.com/office/drawing/2014/main" id="{B5C9314E-D2B0-6908-7DFE-240971039434}"/>
              </a:ext>
            </a:extLst>
          </p:cNvPr>
          <p:cNvSpPr/>
          <p:nvPr/>
        </p:nvSpPr>
        <p:spPr>
          <a:xfrm>
            <a:off x="279261" y="4159155"/>
            <a:ext cx="1627632" cy="1627632"/>
          </a:xfrm>
          <a:prstGeom prst="ellipse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2" name="椭圆 27">
            <a:extLst>
              <a:ext uri="{FF2B5EF4-FFF2-40B4-BE49-F238E27FC236}">
                <a16:creationId xmlns:a16="http://schemas.microsoft.com/office/drawing/2014/main" id="{9D3B8C0C-F7E4-2BA2-2DE5-3967EBB3CD6F}"/>
              </a:ext>
            </a:extLst>
          </p:cNvPr>
          <p:cNvSpPr/>
          <p:nvPr/>
        </p:nvSpPr>
        <p:spPr>
          <a:xfrm>
            <a:off x="2191652" y="4159155"/>
            <a:ext cx="1627632" cy="1627632"/>
          </a:xfrm>
          <a:prstGeom prst="ellipse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3" name="椭圆 21">
            <a:extLst>
              <a:ext uri="{FF2B5EF4-FFF2-40B4-BE49-F238E27FC236}">
                <a16:creationId xmlns:a16="http://schemas.microsoft.com/office/drawing/2014/main" id="{C6AD399C-D686-5419-9C9F-8994D80FD59E}"/>
              </a:ext>
            </a:extLst>
          </p:cNvPr>
          <p:cNvSpPr/>
          <p:nvPr/>
        </p:nvSpPr>
        <p:spPr>
          <a:xfrm>
            <a:off x="4104251" y="4159209"/>
            <a:ext cx="1627632" cy="1627632"/>
          </a:xfrm>
          <a:prstGeom prst="ellipse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4" name="椭圆 29">
            <a:extLst>
              <a:ext uri="{FF2B5EF4-FFF2-40B4-BE49-F238E27FC236}">
                <a16:creationId xmlns:a16="http://schemas.microsoft.com/office/drawing/2014/main" id="{23EA2427-4C43-CD51-EB23-2091DB7B910F}"/>
              </a:ext>
            </a:extLst>
          </p:cNvPr>
          <p:cNvSpPr/>
          <p:nvPr/>
        </p:nvSpPr>
        <p:spPr>
          <a:xfrm>
            <a:off x="6016443" y="4159209"/>
            <a:ext cx="1627632" cy="1627632"/>
          </a:xfrm>
          <a:prstGeom prst="ellipse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5" name="TextBox 12">
            <a:extLst>
              <a:ext uri="{FF2B5EF4-FFF2-40B4-BE49-F238E27FC236}">
                <a16:creationId xmlns:a16="http://schemas.microsoft.com/office/drawing/2014/main" id="{2E82528A-D9A7-1D47-01FD-5565D3FAA2D0}"/>
              </a:ext>
            </a:extLst>
          </p:cNvPr>
          <p:cNvSpPr txBox="1"/>
          <p:nvPr/>
        </p:nvSpPr>
        <p:spPr>
          <a:xfrm>
            <a:off x="2085927" y="3719142"/>
            <a:ext cx="1335531" cy="276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Structural Zeros</a:t>
            </a:r>
          </a:p>
        </p:txBody>
      </p:sp>
      <p:sp>
        <p:nvSpPr>
          <p:cNvPr id="336" name="矩形 25">
            <a:extLst>
              <a:ext uri="{FF2B5EF4-FFF2-40B4-BE49-F238E27FC236}">
                <a16:creationId xmlns:a16="http://schemas.microsoft.com/office/drawing/2014/main" id="{E2D47C4B-BC00-FB3D-5B68-C07D97097503}"/>
              </a:ext>
            </a:extLst>
          </p:cNvPr>
          <p:cNvSpPr/>
          <p:nvPr/>
        </p:nvSpPr>
        <p:spPr>
          <a:xfrm>
            <a:off x="1799460" y="3711639"/>
            <a:ext cx="290395" cy="290368"/>
          </a:xfrm>
          <a:prstGeom prst="rect">
            <a:avLst/>
          </a:prstGeom>
          <a:solidFill>
            <a:srgbClr val="A69ED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37" name="文本框 87">
                <a:extLst>
                  <a:ext uri="{FF2B5EF4-FFF2-40B4-BE49-F238E27FC236}">
                    <a16:creationId xmlns:a16="http://schemas.microsoft.com/office/drawing/2014/main" id="{199CF69B-3A47-6A6D-586B-88C5A060DC8D}"/>
                  </a:ext>
                </a:extLst>
              </p:cNvPr>
              <p:cNvSpPr txBox="1"/>
              <p:nvPr/>
            </p:nvSpPr>
            <p:spPr>
              <a:xfrm>
                <a:off x="5431916" y="3687354"/>
                <a:ext cx="2587480" cy="337493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>
                  <a:spcBef>
                    <a:spcPts val="1200"/>
                  </a:spcBef>
                </a:pPr>
                <a14:m>
                  <m:oMath xmlns:m="http://schemas.openxmlformats.org/officeDocument/2006/math">
                    <m:r>
                      <a:rPr lang="en-US" sz="1595" i="1">
                        <a:latin typeface="Cambria Math" panose="02040503050406030204" charset="0"/>
                        <a:cs typeface="Cambria Math" panose="02040503050406030204" charset="0"/>
                      </a:rPr>
                      <m:t>𝜋</m:t>
                    </m:r>
                    <m:r>
                      <a:rPr lang="en-US" sz="1595" i="1">
                        <a:latin typeface="Cambria Math" panose="02040503050406030204" charset="0"/>
                        <a:cs typeface="Cambria Math" panose="02040503050406030204" charset="0"/>
                      </a:rPr>
                      <m:t> (</m:t>
                    </m:r>
                    <m:r>
                      <a:rPr lang="en-US" sz="1595" i="1">
                        <a:latin typeface="Cambria Math" panose="02040503050406030204" charset="0"/>
                        <a:cs typeface="Cambria Math" panose="02040503050406030204" charset="0"/>
                      </a:rPr>
                      <m:t>𝑟</m:t>
                    </m:r>
                    <m:r>
                      <a:rPr lang="en-US" sz="1595" i="1">
                        <a:latin typeface="Cambria Math" panose="02040503050406030204" charset="0"/>
                        <a:cs typeface="Cambria Math" panose="02040503050406030204" charset="0"/>
                      </a:rPr>
                      <m:t>)=</m:t>
                    </m:r>
                    <m:r>
                      <m:rPr>
                        <m:sty m:val="p"/>
                      </m:rPr>
                      <a:rPr lang="en-US" sz="1595">
                        <a:latin typeface="Cambria Math" panose="02040503050406030204" charset="0"/>
                        <a:cs typeface="Cambria Math" panose="02040503050406030204" charset="0"/>
                      </a:rPr>
                      <m:t>logistic</m:t>
                    </m:r>
                    <m:r>
                      <a:rPr lang="en-US" sz="1595" i="1"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r>
                      <a:rPr lang="en-US" sz="1595" i="1">
                        <a:latin typeface="Cambria Math" panose="02040503050406030204" charset="0"/>
                        <a:ea typeface="Cambria Math" panose="02040503050406030204" charset="0"/>
                        <a:cs typeface="Cambria Math" panose="02040503050406030204" charset="0"/>
                      </a:rPr>
                      <m:t>𝜅</m:t>
                    </m:r>
                    <m:r>
                      <a:rPr lang="en-US" sz="1595" i="1">
                        <a:latin typeface="Cambria Math" panose="02040503050406030204" charset="0"/>
                        <a:ea typeface="Cambria Math" panose="02040503050406030204" charset="0"/>
                        <a:cs typeface="Cambria Math" panose="02040503050406030204" charset="0"/>
                      </a:rPr>
                      <m:t>−</m:t>
                    </m:r>
                    <m:r>
                      <a:rPr lang="en-US" sz="1595" i="1">
                        <a:latin typeface="Cambria Math" panose="02040503050406030204" charset="0"/>
                        <a:ea typeface="Cambria Math" panose="02040503050406030204" charset="0"/>
                        <a:cs typeface="Cambria Math" panose="02040503050406030204" charset="0"/>
                      </a:rPr>
                      <m:t>𝛿</m:t>
                    </m:r>
                    <m:r>
                      <a:rPr lang="en-US" sz="1595" i="1">
                        <a:latin typeface="Cambria Math" panose="02040503050406030204" charset="0"/>
                        <a:cs typeface="Cambria Math" panose="02040503050406030204" charset="0"/>
                      </a:rPr>
                      <m:t>∙</m:t>
                    </m:r>
                    <m:r>
                      <a:rPr lang="en-US" sz="1595" i="1">
                        <a:latin typeface="Cambria Math" panose="02040503050406030204" charset="0"/>
                        <a:cs typeface="Cambria Math" panose="02040503050406030204" charset="0"/>
                      </a:rPr>
                      <m:t>𝑟</m:t>
                    </m:r>
                    <m:r>
                      <a:rPr lang="en-US" sz="1595" i="1">
                        <a:latin typeface="Cambria Math" panose="02040503050406030204" charset="0"/>
                        <a:cs typeface="Cambria Math" panose="02040503050406030204" charset="0"/>
                      </a:rPr>
                      <m:t>) </m:t>
                    </m:r>
                  </m:oMath>
                </a14:m>
                <a:r>
                  <a:rPr lang="en-US" sz="1595" dirty="0">
                    <a:latin typeface="Arial" panose="020B0604020202020204" pitchFamily="34" charset="0"/>
                    <a:cs typeface="Arial" panose="020B0604020202020204" pitchFamily="34" charset="0"/>
                    <a:sym typeface="+mn-ea"/>
                  </a:rPr>
                  <a:t> </a:t>
                </a:r>
                <a:endParaRPr lang="en-US" altLang="en-US" sz="1595" dirty="0">
                  <a:latin typeface="Arial" panose="020B0604020202020204" pitchFamily="34" charset="0"/>
                  <a:cs typeface="Arial" panose="020B0604020202020204" pitchFamily="34" charset="0"/>
                  <a:sym typeface="+mn-ea"/>
                </a:endParaRPr>
              </a:p>
            </p:txBody>
          </p:sp>
        </mc:Choice>
        <mc:Fallback>
          <p:sp>
            <p:nvSpPr>
              <p:cNvPr id="337" name="文本框 87">
                <a:extLst>
                  <a:ext uri="{FF2B5EF4-FFF2-40B4-BE49-F238E27FC236}">
                    <a16:creationId xmlns:a16="http://schemas.microsoft.com/office/drawing/2014/main" id="{199CF69B-3A47-6A6D-586B-88C5A060DC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1916" y="3687354"/>
                <a:ext cx="2587480" cy="337493"/>
              </a:xfrm>
              <a:prstGeom prst="rect">
                <a:avLst/>
              </a:prstGeom>
              <a:blipFill>
                <a:blip r:embed="rId15"/>
                <a:stretch>
                  <a:fillRect b="-127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8" name="文本框 34">
            <a:extLst>
              <a:ext uri="{FF2B5EF4-FFF2-40B4-BE49-F238E27FC236}">
                <a16:creationId xmlns:a16="http://schemas.microsoft.com/office/drawing/2014/main" id="{AB0DBD19-2AFE-8F7A-4208-703857A3DCA9}"/>
              </a:ext>
            </a:extLst>
          </p:cNvPr>
          <p:cNvSpPr txBox="1"/>
          <p:nvPr/>
        </p:nvSpPr>
        <p:spPr>
          <a:xfrm>
            <a:off x="2302738" y="6062438"/>
            <a:ext cx="1464476" cy="2970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 sz="133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Thinly built</a:t>
            </a:r>
          </a:p>
        </p:txBody>
      </p:sp>
      <p:sp>
        <p:nvSpPr>
          <p:cNvPr id="339" name="文本框 35">
            <a:extLst>
              <a:ext uri="{FF2B5EF4-FFF2-40B4-BE49-F238E27FC236}">
                <a16:creationId xmlns:a16="http://schemas.microsoft.com/office/drawing/2014/main" id="{F4F64D92-8AA3-9198-C4E3-894A57DBD4E0}"/>
              </a:ext>
            </a:extLst>
          </p:cNvPr>
          <p:cNvSpPr txBox="1"/>
          <p:nvPr/>
        </p:nvSpPr>
        <p:spPr>
          <a:xfrm>
            <a:off x="283546" y="6062438"/>
            <a:ext cx="1644500" cy="2970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 sz="133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Uniformly sparse</a:t>
            </a:r>
          </a:p>
        </p:txBody>
      </p:sp>
      <p:sp>
        <p:nvSpPr>
          <p:cNvPr id="340" name="文本框 40">
            <a:extLst>
              <a:ext uri="{FF2B5EF4-FFF2-40B4-BE49-F238E27FC236}">
                <a16:creationId xmlns:a16="http://schemas.microsoft.com/office/drawing/2014/main" id="{E7552327-FF2E-4C97-58F8-7A200DF215E6}"/>
              </a:ext>
            </a:extLst>
          </p:cNvPr>
          <p:cNvSpPr txBox="1"/>
          <p:nvPr/>
        </p:nvSpPr>
        <p:spPr>
          <a:xfrm>
            <a:off x="6207176" y="6062438"/>
            <a:ext cx="1360892" cy="2970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 sz="133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Core-dense</a:t>
            </a:r>
          </a:p>
        </p:txBody>
      </p:sp>
      <p:sp>
        <p:nvSpPr>
          <p:cNvPr id="341" name="文本框 41">
            <a:extLst>
              <a:ext uri="{FF2B5EF4-FFF2-40B4-BE49-F238E27FC236}">
                <a16:creationId xmlns:a16="http://schemas.microsoft.com/office/drawing/2014/main" id="{9E148464-2C42-245F-7921-A572AD432138}"/>
              </a:ext>
            </a:extLst>
          </p:cNvPr>
          <p:cNvSpPr txBox="1"/>
          <p:nvPr/>
        </p:nvSpPr>
        <p:spPr>
          <a:xfrm>
            <a:off x="4108687" y="6062438"/>
            <a:ext cx="1642714" cy="2970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 sz="133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Uniformly dense</a:t>
            </a:r>
          </a:p>
        </p:txBody>
      </p:sp>
      <p:sp>
        <p:nvSpPr>
          <p:cNvPr id="342" name="文本框 48">
            <a:extLst>
              <a:ext uri="{FF2B5EF4-FFF2-40B4-BE49-F238E27FC236}">
                <a16:creationId xmlns:a16="http://schemas.microsoft.com/office/drawing/2014/main" id="{70FE9833-1A79-FD4E-CD4C-87FF134B0A7E}"/>
              </a:ext>
            </a:extLst>
          </p:cNvPr>
          <p:cNvSpPr txBox="1"/>
          <p:nvPr/>
        </p:nvSpPr>
        <p:spPr>
          <a:xfrm>
            <a:off x="222564" y="133300"/>
            <a:ext cx="4314825" cy="3969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(a)</a:t>
            </a:r>
            <a:r>
              <a:rPr lang="zh-C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Horizontal Constraints Types</a:t>
            </a:r>
          </a:p>
        </p:txBody>
      </p:sp>
      <p:sp>
        <p:nvSpPr>
          <p:cNvPr id="343" name="文本框 49">
            <a:extLst>
              <a:ext uri="{FF2B5EF4-FFF2-40B4-BE49-F238E27FC236}">
                <a16:creationId xmlns:a16="http://schemas.microsoft.com/office/drawing/2014/main" id="{060532CC-DA52-6D0C-D41D-72C8682D620E}"/>
              </a:ext>
            </a:extLst>
          </p:cNvPr>
          <p:cNvSpPr txBox="1"/>
          <p:nvPr/>
        </p:nvSpPr>
        <p:spPr>
          <a:xfrm>
            <a:off x="222564" y="3289475"/>
            <a:ext cx="4314825" cy="3969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(b) Horizontal Construction Types</a:t>
            </a:r>
          </a:p>
        </p:txBody>
      </p:sp>
      <p:sp>
        <p:nvSpPr>
          <p:cNvPr id="344" name="TextBox 264">
            <a:extLst>
              <a:ext uri="{FF2B5EF4-FFF2-40B4-BE49-F238E27FC236}">
                <a16:creationId xmlns:a16="http://schemas.microsoft.com/office/drawing/2014/main" id="{46EA7AF8-4330-5D54-2CB8-0EE614549FAE}"/>
              </a:ext>
            </a:extLst>
          </p:cNvPr>
          <p:cNvSpPr txBox="1"/>
          <p:nvPr/>
        </p:nvSpPr>
        <p:spPr>
          <a:xfrm>
            <a:off x="241110" y="8061371"/>
            <a:ext cx="1498049" cy="488726"/>
          </a:xfrm>
          <a:prstGeom prst="rect">
            <a:avLst/>
          </a:prstGeom>
          <a:noFill/>
        </p:spPr>
        <p:txBody>
          <a:bodyPr wrap="square" rtlCol="0" anchor="t" anchorCtr="0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 sz="1400" dirty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+mn-ea"/>
              </a:rPr>
              <a:t>C&gt;0, B&gt;0</a:t>
            </a:r>
          </a:p>
          <a:p>
            <a:pPr lvl="0" algn="ctr">
              <a:buClrTx/>
              <a:buSzTx/>
              <a:buFontTx/>
            </a:pPr>
            <a:r>
              <a:rPr lang="en-US" altLang="zh-CN" sz="1400" dirty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+mn-ea"/>
              </a:rPr>
              <a:t>“Bowl” City</a:t>
            </a:r>
          </a:p>
        </p:txBody>
      </p:sp>
      <p:cxnSp>
        <p:nvCxnSpPr>
          <p:cNvPr id="345" name="直接箭头连接符 7">
            <a:extLst>
              <a:ext uri="{FF2B5EF4-FFF2-40B4-BE49-F238E27FC236}">
                <a16:creationId xmlns:a16="http://schemas.microsoft.com/office/drawing/2014/main" id="{6022CCF3-911C-8916-96CD-123C6059D9A3}"/>
              </a:ext>
            </a:extLst>
          </p:cNvPr>
          <p:cNvCxnSpPr/>
          <p:nvPr/>
        </p:nvCxnSpPr>
        <p:spPr>
          <a:xfrm flipV="1">
            <a:off x="826221" y="8619495"/>
            <a:ext cx="0" cy="65173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46" name="直接箭头连接符 8">
            <a:extLst>
              <a:ext uri="{FF2B5EF4-FFF2-40B4-BE49-F238E27FC236}">
                <a16:creationId xmlns:a16="http://schemas.microsoft.com/office/drawing/2014/main" id="{781220D3-3DFB-FCB4-711E-DFAE18CD48EF}"/>
              </a:ext>
            </a:extLst>
          </p:cNvPr>
          <p:cNvCxnSpPr/>
          <p:nvPr/>
        </p:nvCxnSpPr>
        <p:spPr>
          <a:xfrm>
            <a:off x="826221" y="9277135"/>
            <a:ext cx="734048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47" name="任意多边形 12">
            <a:extLst>
              <a:ext uri="{FF2B5EF4-FFF2-40B4-BE49-F238E27FC236}">
                <a16:creationId xmlns:a16="http://schemas.microsoft.com/office/drawing/2014/main" id="{A88C7FCA-B2B1-C483-81A8-E34AC7E722D3}"/>
              </a:ext>
            </a:extLst>
          </p:cNvPr>
          <p:cNvSpPr/>
          <p:nvPr/>
        </p:nvSpPr>
        <p:spPr>
          <a:xfrm>
            <a:off x="826221" y="8763339"/>
            <a:ext cx="677518" cy="212184"/>
          </a:xfrm>
          <a:custGeom>
            <a:avLst/>
            <a:gdLst>
              <a:gd name="connsiteX0" fmla="*/ 0 w 7905"/>
              <a:gd name="connsiteY0" fmla="*/ 2460 h 2476"/>
              <a:gd name="connsiteX1" fmla="*/ 7905 w 7905"/>
              <a:gd name="connsiteY1" fmla="*/ 0 h 24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905" h="2477">
                <a:moveTo>
                  <a:pt x="0" y="2460"/>
                </a:moveTo>
                <a:cubicBezTo>
                  <a:pt x="4710" y="2655"/>
                  <a:pt x="7095" y="1095"/>
                  <a:pt x="7905" y="0"/>
                </a:cubicBezTo>
              </a:path>
            </a:pathLst>
          </a:custGeom>
          <a:ln w="38100">
            <a:solidFill>
              <a:srgbClr val="D3B47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195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48" name="组合 17">
            <a:extLst>
              <a:ext uri="{FF2B5EF4-FFF2-40B4-BE49-F238E27FC236}">
                <a16:creationId xmlns:a16="http://schemas.microsoft.com/office/drawing/2014/main" id="{54D73BDD-81B7-2D08-4CBD-CEB20B9E2167}"/>
              </a:ext>
            </a:extLst>
          </p:cNvPr>
          <p:cNvGrpSpPr/>
          <p:nvPr/>
        </p:nvGrpSpPr>
        <p:grpSpPr>
          <a:xfrm>
            <a:off x="592930" y="8569292"/>
            <a:ext cx="1120901" cy="841564"/>
            <a:chOff x="3202" y="5108"/>
            <a:chExt cx="2657" cy="1995"/>
          </a:xfrm>
        </p:grpSpPr>
        <p:sp>
          <p:nvSpPr>
            <p:cNvPr id="390" name="TextBox 256">
              <a:extLst>
                <a:ext uri="{FF2B5EF4-FFF2-40B4-BE49-F238E27FC236}">
                  <a16:creationId xmlns:a16="http://schemas.microsoft.com/office/drawing/2014/main" id="{3755349E-0735-EFF5-2D64-C98BFB2A0C91}"/>
                </a:ext>
              </a:extLst>
            </p:cNvPr>
            <p:cNvSpPr txBox="1"/>
            <p:nvPr/>
          </p:nvSpPr>
          <p:spPr>
            <a:xfrm>
              <a:off x="3320" y="6496"/>
              <a:ext cx="616" cy="6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fontAlgn="auto"/>
              <a:r>
                <a:rPr lang="en-US" sz="1065" noProof="1"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391" name="文本框 13">
              <a:extLst>
                <a:ext uri="{FF2B5EF4-FFF2-40B4-BE49-F238E27FC236}">
                  <a16:creationId xmlns:a16="http://schemas.microsoft.com/office/drawing/2014/main" id="{23D9A67E-DD9C-48E1-4AA4-241F7C16724C}"/>
                </a:ext>
              </a:extLst>
            </p:cNvPr>
            <p:cNvSpPr txBox="1"/>
            <p:nvPr/>
          </p:nvSpPr>
          <p:spPr>
            <a:xfrm>
              <a:off x="3202" y="5108"/>
              <a:ext cx="446" cy="6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65" i="1">
                  <a:latin typeface="Arial" panose="020B0604020202020204" pitchFamily="34" charset="0"/>
                  <a:cs typeface="Arial" panose="020B0604020202020204" pitchFamily="34" charset="0"/>
                </a:rPr>
                <a:t>H</a:t>
              </a:r>
            </a:p>
          </p:txBody>
        </p:sp>
        <p:sp>
          <p:nvSpPr>
            <p:cNvPr id="392" name="文本框 14">
              <a:extLst>
                <a:ext uri="{FF2B5EF4-FFF2-40B4-BE49-F238E27FC236}">
                  <a16:creationId xmlns:a16="http://schemas.microsoft.com/office/drawing/2014/main" id="{B12841D8-7140-127B-22ED-71BB48DCA10B}"/>
                </a:ext>
              </a:extLst>
            </p:cNvPr>
            <p:cNvSpPr txBox="1"/>
            <p:nvPr/>
          </p:nvSpPr>
          <p:spPr>
            <a:xfrm>
              <a:off x="5413" y="6496"/>
              <a:ext cx="446" cy="6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65" i="1"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</a:p>
          </p:txBody>
        </p:sp>
      </p:grpSp>
      <p:sp>
        <p:nvSpPr>
          <p:cNvPr id="349" name="文本框 2">
            <a:extLst>
              <a:ext uri="{FF2B5EF4-FFF2-40B4-BE49-F238E27FC236}">
                <a16:creationId xmlns:a16="http://schemas.microsoft.com/office/drawing/2014/main" id="{B4AC7735-B8FA-2A47-54D4-1E7F914350D4}"/>
              </a:ext>
            </a:extLst>
          </p:cNvPr>
          <p:cNvSpPr txBox="1"/>
          <p:nvPr/>
        </p:nvSpPr>
        <p:spPr>
          <a:xfrm>
            <a:off x="3233687" y="8043787"/>
            <a:ext cx="1536862" cy="55756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zh-CN" sz="1400" dirty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C=0, B=0</a:t>
            </a:r>
          </a:p>
          <a:p>
            <a:pPr algn="ctr"/>
            <a:r>
              <a:rPr lang="en-US" altLang="zh-CN" sz="1400" dirty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“Pancake” City</a:t>
            </a:r>
          </a:p>
        </p:txBody>
      </p:sp>
      <p:cxnSp>
        <p:nvCxnSpPr>
          <p:cNvPr id="350" name="直接箭头连接符 3">
            <a:extLst>
              <a:ext uri="{FF2B5EF4-FFF2-40B4-BE49-F238E27FC236}">
                <a16:creationId xmlns:a16="http://schemas.microsoft.com/office/drawing/2014/main" id="{E50B8FEE-E436-6E18-CB87-729831189ED9}"/>
              </a:ext>
            </a:extLst>
          </p:cNvPr>
          <p:cNvCxnSpPr/>
          <p:nvPr/>
        </p:nvCxnSpPr>
        <p:spPr>
          <a:xfrm flipV="1">
            <a:off x="3803337" y="8630461"/>
            <a:ext cx="0" cy="65173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51" name="直接箭头连接符 4">
            <a:extLst>
              <a:ext uri="{FF2B5EF4-FFF2-40B4-BE49-F238E27FC236}">
                <a16:creationId xmlns:a16="http://schemas.microsoft.com/office/drawing/2014/main" id="{CE00F209-9B9E-3492-B130-0AA79F8FB0C9}"/>
              </a:ext>
            </a:extLst>
          </p:cNvPr>
          <p:cNvCxnSpPr/>
          <p:nvPr/>
        </p:nvCxnSpPr>
        <p:spPr>
          <a:xfrm>
            <a:off x="3803340" y="9288102"/>
            <a:ext cx="734049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52" name="直接连接符 5">
            <a:extLst>
              <a:ext uri="{FF2B5EF4-FFF2-40B4-BE49-F238E27FC236}">
                <a16:creationId xmlns:a16="http://schemas.microsoft.com/office/drawing/2014/main" id="{4DF65F86-1C7E-4190-424B-CE38E16F92ED}"/>
              </a:ext>
            </a:extLst>
          </p:cNvPr>
          <p:cNvCxnSpPr/>
          <p:nvPr/>
        </p:nvCxnSpPr>
        <p:spPr>
          <a:xfrm>
            <a:off x="3809667" y="8998301"/>
            <a:ext cx="702408" cy="0"/>
          </a:xfrm>
          <a:prstGeom prst="line">
            <a:avLst/>
          </a:prstGeom>
          <a:ln w="38100">
            <a:solidFill>
              <a:srgbClr val="D3B47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353" name="组合 18">
            <a:extLst>
              <a:ext uri="{FF2B5EF4-FFF2-40B4-BE49-F238E27FC236}">
                <a16:creationId xmlns:a16="http://schemas.microsoft.com/office/drawing/2014/main" id="{A04618B0-1C21-E89C-AA83-9923FCD18581}"/>
              </a:ext>
            </a:extLst>
          </p:cNvPr>
          <p:cNvGrpSpPr/>
          <p:nvPr/>
        </p:nvGrpSpPr>
        <p:grpSpPr>
          <a:xfrm>
            <a:off x="3578063" y="8569292"/>
            <a:ext cx="1120901" cy="841564"/>
            <a:chOff x="3202" y="5108"/>
            <a:chExt cx="2657" cy="1995"/>
          </a:xfrm>
        </p:grpSpPr>
        <p:sp>
          <p:nvSpPr>
            <p:cNvPr id="387" name="TextBox 256">
              <a:extLst>
                <a:ext uri="{FF2B5EF4-FFF2-40B4-BE49-F238E27FC236}">
                  <a16:creationId xmlns:a16="http://schemas.microsoft.com/office/drawing/2014/main" id="{DACDE179-C5C4-9F6F-555A-767A17378637}"/>
                </a:ext>
              </a:extLst>
            </p:cNvPr>
            <p:cNvSpPr txBox="1"/>
            <p:nvPr/>
          </p:nvSpPr>
          <p:spPr>
            <a:xfrm>
              <a:off x="3320" y="6496"/>
              <a:ext cx="616" cy="6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fontAlgn="auto"/>
              <a:r>
                <a:rPr lang="en-US" sz="1065" noProof="1"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388" name="文本框 20">
              <a:extLst>
                <a:ext uri="{FF2B5EF4-FFF2-40B4-BE49-F238E27FC236}">
                  <a16:creationId xmlns:a16="http://schemas.microsoft.com/office/drawing/2014/main" id="{91FFAF7F-DA87-6B2C-BB2E-C9A5C4116600}"/>
                </a:ext>
              </a:extLst>
            </p:cNvPr>
            <p:cNvSpPr txBox="1"/>
            <p:nvPr/>
          </p:nvSpPr>
          <p:spPr>
            <a:xfrm>
              <a:off x="3202" y="5108"/>
              <a:ext cx="446" cy="6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65" i="1">
                  <a:latin typeface="Arial" panose="020B0604020202020204" pitchFamily="34" charset="0"/>
                  <a:cs typeface="Arial" panose="020B0604020202020204" pitchFamily="34" charset="0"/>
                </a:rPr>
                <a:t>H</a:t>
              </a:r>
            </a:p>
          </p:txBody>
        </p:sp>
        <p:sp>
          <p:nvSpPr>
            <p:cNvPr id="389" name="文本框 21">
              <a:extLst>
                <a:ext uri="{FF2B5EF4-FFF2-40B4-BE49-F238E27FC236}">
                  <a16:creationId xmlns:a16="http://schemas.microsoft.com/office/drawing/2014/main" id="{CDF79529-7F41-BBEE-68B7-98B95D8D7001}"/>
                </a:ext>
              </a:extLst>
            </p:cNvPr>
            <p:cNvSpPr txBox="1"/>
            <p:nvPr/>
          </p:nvSpPr>
          <p:spPr>
            <a:xfrm>
              <a:off x="5413" y="6496"/>
              <a:ext cx="446" cy="6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65" i="1"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</a:p>
          </p:txBody>
        </p:sp>
      </p:grpSp>
      <p:sp>
        <p:nvSpPr>
          <p:cNvPr id="354" name="TextBox 190">
            <a:extLst>
              <a:ext uri="{FF2B5EF4-FFF2-40B4-BE49-F238E27FC236}">
                <a16:creationId xmlns:a16="http://schemas.microsoft.com/office/drawing/2014/main" id="{0FF09E11-A02C-34F3-3AEB-E8092140AE49}"/>
              </a:ext>
            </a:extLst>
          </p:cNvPr>
          <p:cNvSpPr txBox="1"/>
          <p:nvPr/>
        </p:nvSpPr>
        <p:spPr>
          <a:xfrm>
            <a:off x="6302315" y="8028152"/>
            <a:ext cx="1536862" cy="557561"/>
          </a:xfrm>
          <a:prstGeom prst="rect">
            <a:avLst/>
          </a:prstGeom>
          <a:noFill/>
        </p:spPr>
        <p:txBody>
          <a:bodyPr wrap="square" rtlCol="0" anchor="t" anchorCtr="0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 sz="1400" dirty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+mn-ea"/>
              </a:rPr>
              <a:t>C&lt;0, B&lt;0</a:t>
            </a:r>
          </a:p>
          <a:p>
            <a:pPr lvl="0" algn="ctr">
              <a:buClrTx/>
              <a:buSzTx/>
              <a:buFontTx/>
            </a:pPr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“Pyramid” City</a:t>
            </a:r>
          </a:p>
        </p:txBody>
      </p:sp>
      <p:sp>
        <p:nvSpPr>
          <p:cNvPr id="355" name="任意多边形 36">
            <a:extLst>
              <a:ext uri="{FF2B5EF4-FFF2-40B4-BE49-F238E27FC236}">
                <a16:creationId xmlns:a16="http://schemas.microsoft.com/office/drawing/2014/main" id="{AACD72E5-BD98-DF37-C48E-1B02328CC4FF}"/>
              </a:ext>
            </a:extLst>
          </p:cNvPr>
          <p:cNvSpPr/>
          <p:nvPr/>
        </p:nvSpPr>
        <p:spPr>
          <a:xfrm>
            <a:off x="6840360" y="8978053"/>
            <a:ext cx="588505" cy="293175"/>
          </a:xfrm>
          <a:custGeom>
            <a:avLst/>
            <a:gdLst>
              <a:gd name="connsiteX0" fmla="*/ 0 w 6210"/>
              <a:gd name="connsiteY0" fmla="*/ 0 h 2550"/>
              <a:gd name="connsiteX1" fmla="*/ 6210 w 6210"/>
              <a:gd name="connsiteY1" fmla="*/ 2550 h 2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10" h="2550">
                <a:moveTo>
                  <a:pt x="0" y="0"/>
                </a:moveTo>
                <a:cubicBezTo>
                  <a:pt x="2385" y="1290"/>
                  <a:pt x="4110" y="2085"/>
                  <a:pt x="6210" y="2550"/>
                </a:cubicBezTo>
              </a:path>
            </a:pathLst>
          </a:custGeom>
          <a:ln w="38100">
            <a:solidFill>
              <a:srgbClr val="D3B47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195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cxnSp>
        <p:nvCxnSpPr>
          <p:cNvPr id="356" name="直接箭头连接符 38">
            <a:extLst>
              <a:ext uri="{FF2B5EF4-FFF2-40B4-BE49-F238E27FC236}">
                <a16:creationId xmlns:a16="http://schemas.microsoft.com/office/drawing/2014/main" id="{D78CD974-1E74-8A50-DA5F-9494E7153ADB}"/>
              </a:ext>
            </a:extLst>
          </p:cNvPr>
          <p:cNvCxnSpPr/>
          <p:nvPr/>
        </p:nvCxnSpPr>
        <p:spPr>
          <a:xfrm flipV="1">
            <a:off x="6843732" y="8619495"/>
            <a:ext cx="0" cy="65173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57" name="直接箭头连接符 39">
            <a:extLst>
              <a:ext uri="{FF2B5EF4-FFF2-40B4-BE49-F238E27FC236}">
                <a16:creationId xmlns:a16="http://schemas.microsoft.com/office/drawing/2014/main" id="{07E91E9C-4AE4-ACD6-48ED-5CAB447D773E}"/>
              </a:ext>
            </a:extLst>
          </p:cNvPr>
          <p:cNvCxnSpPr/>
          <p:nvPr/>
        </p:nvCxnSpPr>
        <p:spPr>
          <a:xfrm>
            <a:off x="6843735" y="9277135"/>
            <a:ext cx="734049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358" name="组合 44">
            <a:extLst>
              <a:ext uri="{FF2B5EF4-FFF2-40B4-BE49-F238E27FC236}">
                <a16:creationId xmlns:a16="http://schemas.microsoft.com/office/drawing/2014/main" id="{546EEE6D-D184-1D24-BD39-18DF12AA0027}"/>
              </a:ext>
            </a:extLst>
          </p:cNvPr>
          <p:cNvGrpSpPr/>
          <p:nvPr/>
        </p:nvGrpSpPr>
        <p:grpSpPr>
          <a:xfrm>
            <a:off x="6610442" y="8569292"/>
            <a:ext cx="1120901" cy="841564"/>
            <a:chOff x="3202" y="5108"/>
            <a:chExt cx="2657" cy="1995"/>
          </a:xfrm>
        </p:grpSpPr>
        <p:sp>
          <p:nvSpPr>
            <p:cNvPr id="384" name="TextBox 256">
              <a:extLst>
                <a:ext uri="{FF2B5EF4-FFF2-40B4-BE49-F238E27FC236}">
                  <a16:creationId xmlns:a16="http://schemas.microsoft.com/office/drawing/2014/main" id="{801D1C19-7186-ACAA-074C-90DBED8C3CA7}"/>
                </a:ext>
              </a:extLst>
            </p:cNvPr>
            <p:cNvSpPr txBox="1"/>
            <p:nvPr/>
          </p:nvSpPr>
          <p:spPr>
            <a:xfrm>
              <a:off x="3320" y="6496"/>
              <a:ext cx="616" cy="6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fontAlgn="auto"/>
              <a:r>
                <a:rPr lang="en-US" sz="1065" noProof="1"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385" name="文本框 46">
              <a:extLst>
                <a:ext uri="{FF2B5EF4-FFF2-40B4-BE49-F238E27FC236}">
                  <a16:creationId xmlns:a16="http://schemas.microsoft.com/office/drawing/2014/main" id="{BDA55E54-9BFF-FFC3-0986-FD7D70212277}"/>
                </a:ext>
              </a:extLst>
            </p:cNvPr>
            <p:cNvSpPr txBox="1"/>
            <p:nvPr/>
          </p:nvSpPr>
          <p:spPr>
            <a:xfrm>
              <a:off x="3202" y="5108"/>
              <a:ext cx="446" cy="6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65" i="1">
                  <a:latin typeface="Arial" panose="020B0604020202020204" pitchFamily="34" charset="0"/>
                  <a:cs typeface="Arial" panose="020B0604020202020204" pitchFamily="34" charset="0"/>
                </a:rPr>
                <a:t>H</a:t>
              </a:r>
            </a:p>
          </p:txBody>
        </p:sp>
        <p:sp>
          <p:nvSpPr>
            <p:cNvPr id="386" name="文本框 47">
              <a:extLst>
                <a:ext uri="{FF2B5EF4-FFF2-40B4-BE49-F238E27FC236}">
                  <a16:creationId xmlns:a16="http://schemas.microsoft.com/office/drawing/2014/main" id="{49EB32AA-E343-E5E1-C4AD-FBCB5F30A592}"/>
                </a:ext>
              </a:extLst>
            </p:cNvPr>
            <p:cNvSpPr txBox="1"/>
            <p:nvPr/>
          </p:nvSpPr>
          <p:spPr>
            <a:xfrm>
              <a:off x="5413" y="6496"/>
              <a:ext cx="446" cy="6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65" i="1" dirty="0"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</a:p>
          </p:txBody>
        </p:sp>
      </p:grpSp>
      <p:sp>
        <p:nvSpPr>
          <p:cNvPr id="359" name="TextBox 191">
            <a:extLst>
              <a:ext uri="{FF2B5EF4-FFF2-40B4-BE49-F238E27FC236}">
                <a16:creationId xmlns:a16="http://schemas.microsoft.com/office/drawing/2014/main" id="{76EAFB40-7EBF-59CD-8765-1909429BF81D}"/>
              </a:ext>
            </a:extLst>
          </p:cNvPr>
          <p:cNvSpPr txBox="1"/>
          <p:nvPr/>
        </p:nvSpPr>
        <p:spPr>
          <a:xfrm>
            <a:off x="4639200" y="8043787"/>
            <a:ext cx="1915396" cy="557561"/>
          </a:xfrm>
          <a:prstGeom prst="rect">
            <a:avLst/>
          </a:prstGeom>
          <a:noFill/>
        </p:spPr>
        <p:txBody>
          <a:bodyPr wrap="square" rtlCol="0" anchor="t" anchorCtr="0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 sz="1400" dirty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+mn-ea"/>
              </a:rPr>
              <a:t>C&lt;0, B&gt;0</a:t>
            </a:r>
          </a:p>
          <a:p>
            <a:pPr lvl="0" algn="ctr">
              <a:buClrTx/>
              <a:buSzTx/>
              <a:buFontTx/>
            </a:pPr>
            <a:r>
              <a:rPr lang="en-US" altLang="zh-CN" sz="1400" dirty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+mn-ea"/>
              </a:rPr>
              <a:t>“Volcanic Cone” City</a:t>
            </a:r>
          </a:p>
        </p:txBody>
      </p:sp>
      <p:grpSp>
        <p:nvGrpSpPr>
          <p:cNvPr id="360" name="组合 26">
            <a:extLst>
              <a:ext uri="{FF2B5EF4-FFF2-40B4-BE49-F238E27FC236}">
                <a16:creationId xmlns:a16="http://schemas.microsoft.com/office/drawing/2014/main" id="{517F3B53-EBCC-9BA0-49EC-2977E3571107}"/>
              </a:ext>
            </a:extLst>
          </p:cNvPr>
          <p:cNvGrpSpPr/>
          <p:nvPr/>
        </p:nvGrpSpPr>
        <p:grpSpPr>
          <a:xfrm>
            <a:off x="5068516" y="8569292"/>
            <a:ext cx="1120901" cy="841564"/>
            <a:chOff x="3202" y="5108"/>
            <a:chExt cx="2657" cy="1995"/>
          </a:xfrm>
        </p:grpSpPr>
        <p:cxnSp>
          <p:nvCxnSpPr>
            <p:cNvPr id="378" name="直接箭头连接符 27">
              <a:extLst>
                <a:ext uri="{FF2B5EF4-FFF2-40B4-BE49-F238E27FC236}">
                  <a16:creationId xmlns:a16="http://schemas.microsoft.com/office/drawing/2014/main" id="{949AE3B2-CD49-8778-8A4B-0AC847170198}"/>
                </a:ext>
              </a:extLst>
            </p:cNvPr>
            <p:cNvCxnSpPr/>
            <p:nvPr/>
          </p:nvCxnSpPr>
          <p:spPr>
            <a:xfrm flipV="1">
              <a:off x="3755" y="5227"/>
              <a:ext cx="0" cy="1545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79" name="直接箭头连接符 28">
              <a:extLst>
                <a:ext uri="{FF2B5EF4-FFF2-40B4-BE49-F238E27FC236}">
                  <a16:creationId xmlns:a16="http://schemas.microsoft.com/office/drawing/2014/main" id="{0CEC964B-7FBB-3670-CA95-F07975276C0C}"/>
                </a:ext>
              </a:extLst>
            </p:cNvPr>
            <p:cNvCxnSpPr/>
            <p:nvPr/>
          </p:nvCxnSpPr>
          <p:spPr>
            <a:xfrm>
              <a:off x="3755" y="6786"/>
              <a:ext cx="174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380" name="组合 30">
              <a:extLst>
                <a:ext uri="{FF2B5EF4-FFF2-40B4-BE49-F238E27FC236}">
                  <a16:creationId xmlns:a16="http://schemas.microsoft.com/office/drawing/2014/main" id="{E66C5A04-B404-AB81-D489-694701A7DDBB}"/>
                </a:ext>
              </a:extLst>
            </p:cNvPr>
            <p:cNvGrpSpPr/>
            <p:nvPr/>
          </p:nvGrpSpPr>
          <p:grpSpPr>
            <a:xfrm>
              <a:off x="3202" y="5108"/>
              <a:ext cx="2657" cy="1995"/>
              <a:chOff x="3202" y="5108"/>
              <a:chExt cx="2657" cy="1995"/>
            </a:xfrm>
          </p:grpSpPr>
          <p:sp>
            <p:nvSpPr>
              <p:cNvPr id="381" name="TextBox 256">
                <a:extLst>
                  <a:ext uri="{FF2B5EF4-FFF2-40B4-BE49-F238E27FC236}">
                    <a16:creationId xmlns:a16="http://schemas.microsoft.com/office/drawing/2014/main" id="{2B46B5E8-0DEE-DF21-A4C2-9387F54A7CAB}"/>
                  </a:ext>
                </a:extLst>
              </p:cNvPr>
              <p:cNvSpPr txBox="1"/>
              <p:nvPr/>
            </p:nvSpPr>
            <p:spPr>
              <a:xfrm>
                <a:off x="3320" y="6496"/>
                <a:ext cx="616" cy="6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fontAlgn="auto"/>
                <a:r>
                  <a:rPr lang="en-US" sz="1065" noProof="1">
                    <a:latin typeface="Arial" panose="020B0604020202020204" pitchFamily="34" charset="0"/>
                    <a:cs typeface="Arial" panose="020B0604020202020204" pitchFamily="34" charset="0"/>
                  </a:rPr>
                  <a:t>0</a:t>
                </a:r>
              </a:p>
            </p:txBody>
          </p:sp>
          <p:sp>
            <p:nvSpPr>
              <p:cNvPr id="382" name="文本框 32">
                <a:extLst>
                  <a:ext uri="{FF2B5EF4-FFF2-40B4-BE49-F238E27FC236}">
                    <a16:creationId xmlns:a16="http://schemas.microsoft.com/office/drawing/2014/main" id="{67BCDAE5-631E-2BA6-84C6-515C448F684F}"/>
                  </a:ext>
                </a:extLst>
              </p:cNvPr>
              <p:cNvSpPr txBox="1"/>
              <p:nvPr/>
            </p:nvSpPr>
            <p:spPr>
              <a:xfrm>
                <a:off x="3202" y="5108"/>
                <a:ext cx="446" cy="6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065" i="1">
                    <a:latin typeface="Arial" panose="020B0604020202020204" pitchFamily="34" charset="0"/>
                    <a:cs typeface="Arial" panose="020B0604020202020204" pitchFamily="34" charset="0"/>
                  </a:rPr>
                  <a:t>H</a:t>
                </a:r>
              </a:p>
            </p:txBody>
          </p:sp>
          <p:sp>
            <p:nvSpPr>
              <p:cNvPr id="383" name="文本框 33">
                <a:extLst>
                  <a:ext uri="{FF2B5EF4-FFF2-40B4-BE49-F238E27FC236}">
                    <a16:creationId xmlns:a16="http://schemas.microsoft.com/office/drawing/2014/main" id="{92539C6F-2086-4A77-7DE7-F5D3538E5CA0}"/>
                  </a:ext>
                </a:extLst>
              </p:cNvPr>
              <p:cNvSpPr txBox="1"/>
              <p:nvPr/>
            </p:nvSpPr>
            <p:spPr>
              <a:xfrm>
                <a:off x="5413" y="6496"/>
                <a:ext cx="446" cy="6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065" i="1">
                    <a:latin typeface="Arial" panose="020B0604020202020204" pitchFamily="34" charset="0"/>
                    <a:cs typeface="Arial" panose="020B0604020202020204" pitchFamily="34" charset="0"/>
                  </a:rPr>
                  <a:t>r</a:t>
                </a:r>
              </a:p>
            </p:txBody>
          </p:sp>
        </p:grpSp>
      </p:grpSp>
      <p:sp>
        <p:nvSpPr>
          <p:cNvPr id="361" name="任意多边形 50">
            <a:extLst>
              <a:ext uri="{FF2B5EF4-FFF2-40B4-BE49-F238E27FC236}">
                <a16:creationId xmlns:a16="http://schemas.microsoft.com/office/drawing/2014/main" id="{E3F321B6-B5E2-8B0F-DA83-A4C7007960BF}"/>
              </a:ext>
            </a:extLst>
          </p:cNvPr>
          <p:cNvSpPr/>
          <p:nvPr/>
        </p:nvSpPr>
        <p:spPr>
          <a:xfrm>
            <a:off x="5301808" y="8853193"/>
            <a:ext cx="734892" cy="295707"/>
          </a:xfrm>
          <a:custGeom>
            <a:avLst/>
            <a:gdLst>
              <a:gd name="connsiteX0" fmla="*/ 0 w 6165"/>
              <a:gd name="connsiteY0" fmla="*/ 895 h 1794"/>
              <a:gd name="connsiteX1" fmla="*/ 2745 w 6165"/>
              <a:gd name="connsiteY1" fmla="*/ 25 h 1794"/>
              <a:gd name="connsiteX2" fmla="*/ 6165 w 6165"/>
              <a:gd name="connsiteY2" fmla="*/ 1795 h 1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165" h="1795">
                <a:moveTo>
                  <a:pt x="0" y="895"/>
                </a:moveTo>
                <a:cubicBezTo>
                  <a:pt x="411" y="669"/>
                  <a:pt x="1506" y="-152"/>
                  <a:pt x="2745" y="25"/>
                </a:cubicBezTo>
                <a:cubicBezTo>
                  <a:pt x="3984" y="202"/>
                  <a:pt x="5415" y="1432"/>
                  <a:pt x="6165" y="1795"/>
                </a:cubicBezTo>
              </a:path>
            </a:pathLst>
          </a:custGeom>
          <a:ln w="38100">
            <a:solidFill>
              <a:srgbClr val="D3B47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195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2" name="TextBox 190">
            <a:extLst>
              <a:ext uri="{FF2B5EF4-FFF2-40B4-BE49-F238E27FC236}">
                <a16:creationId xmlns:a16="http://schemas.microsoft.com/office/drawing/2014/main" id="{F6DD6968-D790-3109-7835-4C8D6126CDFC}"/>
              </a:ext>
            </a:extLst>
          </p:cNvPr>
          <p:cNvSpPr txBox="1"/>
          <p:nvPr/>
        </p:nvSpPr>
        <p:spPr>
          <a:xfrm>
            <a:off x="1732023" y="8043787"/>
            <a:ext cx="1536862" cy="557561"/>
          </a:xfrm>
          <a:prstGeom prst="rect">
            <a:avLst/>
          </a:prstGeom>
          <a:noFill/>
        </p:spPr>
        <p:txBody>
          <a:bodyPr wrap="square" rtlCol="0" anchor="t" anchorCtr="0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 sz="1400" dirty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+mn-ea"/>
              </a:rPr>
              <a:t>C&gt;0, B&lt;0</a:t>
            </a:r>
          </a:p>
          <a:p>
            <a:pPr lvl="0" algn="ctr">
              <a:buClrTx/>
              <a:buSzTx/>
              <a:buFontTx/>
            </a:pPr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“Crown” City</a:t>
            </a:r>
          </a:p>
        </p:txBody>
      </p:sp>
      <p:grpSp>
        <p:nvGrpSpPr>
          <p:cNvPr id="363" name="组合 55">
            <a:extLst>
              <a:ext uri="{FF2B5EF4-FFF2-40B4-BE49-F238E27FC236}">
                <a16:creationId xmlns:a16="http://schemas.microsoft.com/office/drawing/2014/main" id="{143D0D50-785C-BA2D-0732-A01BA94C6496}"/>
              </a:ext>
            </a:extLst>
          </p:cNvPr>
          <p:cNvGrpSpPr/>
          <p:nvPr/>
        </p:nvGrpSpPr>
        <p:grpSpPr>
          <a:xfrm>
            <a:off x="2072420" y="8569292"/>
            <a:ext cx="1120901" cy="841564"/>
            <a:chOff x="10870" y="5054"/>
            <a:chExt cx="2657" cy="1995"/>
          </a:xfrm>
        </p:grpSpPr>
        <p:cxnSp>
          <p:nvCxnSpPr>
            <p:cNvPr id="372" name="直接箭头连接符 57">
              <a:extLst>
                <a:ext uri="{FF2B5EF4-FFF2-40B4-BE49-F238E27FC236}">
                  <a16:creationId xmlns:a16="http://schemas.microsoft.com/office/drawing/2014/main" id="{82B478AC-671B-3F5F-F5BA-1A92F2905575}"/>
                </a:ext>
              </a:extLst>
            </p:cNvPr>
            <p:cNvCxnSpPr/>
            <p:nvPr/>
          </p:nvCxnSpPr>
          <p:spPr>
            <a:xfrm flipV="1">
              <a:off x="11423" y="5173"/>
              <a:ext cx="0" cy="1545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73" name="直接箭头连接符 58">
              <a:extLst>
                <a:ext uri="{FF2B5EF4-FFF2-40B4-BE49-F238E27FC236}">
                  <a16:creationId xmlns:a16="http://schemas.microsoft.com/office/drawing/2014/main" id="{AFD0EE83-352B-E5AA-4C74-4A4387F12627}"/>
                </a:ext>
              </a:extLst>
            </p:cNvPr>
            <p:cNvCxnSpPr/>
            <p:nvPr/>
          </p:nvCxnSpPr>
          <p:spPr>
            <a:xfrm>
              <a:off x="11423" y="6732"/>
              <a:ext cx="174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374" name="组合 59">
              <a:extLst>
                <a:ext uri="{FF2B5EF4-FFF2-40B4-BE49-F238E27FC236}">
                  <a16:creationId xmlns:a16="http://schemas.microsoft.com/office/drawing/2014/main" id="{1C65213F-CE31-A090-B8BD-1C29CED14AA9}"/>
                </a:ext>
              </a:extLst>
            </p:cNvPr>
            <p:cNvGrpSpPr/>
            <p:nvPr/>
          </p:nvGrpSpPr>
          <p:grpSpPr>
            <a:xfrm>
              <a:off x="10870" y="5054"/>
              <a:ext cx="2657" cy="1995"/>
              <a:chOff x="3202" y="5108"/>
              <a:chExt cx="2657" cy="1995"/>
            </a:xfrm>
          </p:grpSpPr>
          <p:sp>
            <p:nvSpPr>
              <p:cNvPr id="375" name="TextBox 256">
                <a:extLst>
                  <a:ext uri="{FF2B5EF4-FFF2-40B4-BE49-F238E27FC236}">
                    <a16:creationId xmlns:a16="http://schemas.microsoft.com/office/drawing/2014/main" id="{201DE896-7513-4D9C-40B8-C6E13F0AD42F}"/>
                  </a:ext>
                </a:extLst>
              </p:cNvPr>
              <p:cNvSpPr txBox="1"/>
              <p:nvPr/>
            </p:nvSpPr>
            <p:spPr>
              <a:xfrm>
                <a:off x="3320" y="6496"/>
                <a:ext cx="616" cy="6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fontAlgn="auto"/>
                <a:r>
                  <a:rPr lang="en-US" sz="1065" noProof="1">
                    <a:latin typeface="Arial" panose="020B0604020202020204" pitchFamily="34" charset="0"/>
                    <a:cs typeface="Arial" panose="020B0604020202020204" pitchFamily="34" charset="0"/>
                  </a:rPr>
                  <a:t>0</a:t>
                </a:r>
              </a:p>
            </p:txBody>
          </p:sp>
          <p:sp>
            <p:nvSpPr>
              <p:cNvPr id="376" name="文本框 61">
                <a:extLst>
                  <a:ext uri="{FF2B5EF4-FFF2-40B4-BE49-F238E27FC236}">
                    <a16:creationId xmlns:a16="http://schemas.microsoft.com/office/drawing/2014/main" id="{F80E2CCB-E6BE-30E1-10C1-729EB6C54246}"/>
                  </a:ext>
                </a:extLst>
              </p:cNvPr>
              <p:cNvSpPr txBox="1"/>
              <p:nvPr/>
            </p:nvSpPr>
            <p:spPr>
              <a:xfrm>
                <a:off x="3202" y="5108"/>
                <a:ext cx="446" cy="6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065" i="1">
                    <a:latin typeface="Arial" panose="020B0604020202020204" pitchFamily="34" charset="0"/>
                    <a:cs typeface="Arial" panose="020B0604020202020204" pitchFamily="34" charset="0"/>
                  </a:rPr>
                  <a:t>H</a:t>
                </a:r>
              </a:p>
            </p:txBody>
          </p:sp>
          <p:sp>
            <p:nvSpPr>
              <p:cNvPr id="377" name="文本框 62">
                <a:extLst>
                  <a:ext uri="{FF2B5EF4-FFF2-40B4-BE49-F238E27FC236}">
                    <a16:creationId xmlns:a16="http://schemas.microsoft.com/office/drawing/2014/main" id="{5D3454C1-04F4-1D3D-47B6-1F31EBAA7074}"/>
                  </a:ext>
                </a:extLst>
              </p:cNvPr>
              <p:cNvSpPr txBox="1"/>
              <p:nvPr/>
            </p:nvSpPr>
            <p:spPr>
              <a:xfrm>
                <a:off x="5413" y="6496"/>
                <a:ext cx="446" cy="6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065" i="1">
                    <a:latin typeface="Arial" panose="020B0604020202020204" pitchFamily="34" charset="0"/>
                    <a:cs typeface="Arial" panose="020B0604020202020204" pitchFamily="34" charset="0"/>
                  </a:rPr>
                  <a:t>r</a:t>
                </a:r>
              </a:p>
            </p:txBody>
          </p:sp>
        </p:grpSp>
      </p:grpSp>
      <p:sp>
        <p:nvSpPr>
          <p:cNvPr id="364" name="任意多边形 67">
            <a:extLst>
              <a:ext uri="{FF2B5EF4-FFF2-40B4-BE49-F238E27FC236}">
                <a16:creationId xmlns:a16="http://schemas.microsoft.com/office/drawing/2014/main" id="{53A32710-2807-5100-C733-FEA6403FA80E}"/>
              </a:ext>
            </a:extLst>
          </p:cNvPr>
          <p:cNvSpPr/>
          <p:nvPr/>
        </p:nvSpPr>
        <p:spPr>
          <a:xfrm>
            <a:off x="2306132" y="8970039"/>
            <a:ext cx="746705" cy="124864"/>
          </a:xfrm>
          <a:custGeom>
            <a:avLst/>
            <a:gdLst>
              <a:gd name="connsiteX0" fmla="*/ 0 w 6127"/>
              <a:gd name="connsiteY0" fmla="*/ 0 h 836"/>
              <a:gd name="connsiteX1" fmla="*/ 3080 w 6127"/>
              <a:gd name="connsiteY1" fmla="*/ 836 h 836"/>
              <a:gd name="connsiteX2" fmla="*/ 6127 w 6127"/>
              <a:gd name="connsiteY2" fmla="*/ 82 h 8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127" h="836">
                <a:moveTo>
                  <a:pt x="0" y="0"/>
                </a:moveTo>
                <a:cubicBezTo>
                  <a:pt x="492" y="328"/>
                  <a:pt x="1855" y="829"/>
                  <a:pt x="3080" y="836"/>
                </a:cubicBezTo>
                <a:cubicBezTo>
                  <a:pt x="4305" y="843"/>
                  <a:pt x="5586" y="344"/>
                  <a:pt x="6127" y="82"/>
                </a:cubicBezTo>
              </a:path>
            </a:pathLst>
          </a:custGeom>
          <a:ln w="38100">
            <a:solidFill>
              <a:srgbClr val="D3B47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195" dirty="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365" name="文本框 6">
            <a:extLst>
              <a:ext uri="{FF2B5EF4-FFF2-40B4-BE49-F238E27FC236}">
                <a16:creationId xmlns:a16="http://schemas.microsoft.com/office/drawing/2014/main" id="{DA60C1A2-88F7-E27F-2714-EDDA190BB577}"/>
              </a:ext>
            </a:extLst>
          </p:cNvPr>
          <p:cNvSpPr txBox="1"/>
          <p:nvPr/>
        </p:nvSpPr>
        <p:spPr>
          <a:xfrm>
            <a:off x="222562" y="6478053"/>
            <a:ext cx="4314856" cy="3969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(c) Vertical Profile Types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66" name="TextBox 365">
                <a:extLst>
                  <a:ext uri="{FF2B5EF4-FFF2-40B4-BE49-F238E27FC236}">
                    <a16:creationId xmlns:a16="http://schemas.microsoft.com/office/drawing/2014/main" id="{41011753-BD0F-4984-D8C4-D294BCC17530}"/>
                  </a:ext>
                </a:extLst>
              </p:cNvPr>
              <p:cNvSpPr txBox="1"/>
              <p:nvPr/>
            </p:nvSpPr>
            <p:spPr>
              <a:xfrm>
                <a:off x="5431917" y="6507830"/>
                <a:ext cx="2471606" cy="3382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zh-CN" sz="1600" i="1">
                          <a:latin typeface="Cambria Math" panose="02040503050406030204" charset="0"/>
                          <a:cs typeface="Cambria Math" panose="02040503050406030204" charset="0"/>
                        </a:rPr>
                        <m:t>𝐻</m:t>
                      </m:r>
                      <m:r>
                        <a:rPr lang="en-US" altLang="zh-CN" sz="1600" i="1">
                          <a:latin typeface="Cambria Math" panose="02040503050406030204" charset="0"/>
                          <a:cs typeface="Cambria Math" panose="02040503050406030204" charset="0"/>
                        </a:rPr>
                        <m:t>(</m:t>
                      </m:r>
                      <m:r>
                        <a:rPr lang="en-US" altLang="zh-CN" sz="1600" i="1">
                          <a:latin typeface="Cambria Math" panose="02040503050406030204" charset="0"/>
                          <a:cs typeface="Cambria Math" panose="02040503050406030204" charset="0"/>
                        </a:rPr>
                        <m:t>𝑟</m:t>
                      </m:r>
                      <m:r>
                        <a:rPr lang="en-US" altLang="zh-CN" sz="1600" i="1">
                          <a:latin typeface="Cambria Math" panose="02040503050406030204" charset="0"/>
                          <a:cs typeface="Cambria Math" panose="02040503050406030204" charset="0"/>
                        </a:rPr>
                        <m:t>)=</m:t>
                      </m:r>
                      <m:r>
                        <a:rPr lang="en-US" altLang="zh-CN" sz="1600" i="1">
                          <a:latin typeface="Cambria Math" panose="02040503050406030204" charset="0"/>
                          <a:cs typeface="Cambria Math" panose="02040503050406030204" charset="0"/>
                        </a:rPr>
                        <m:t>𝐴</m:t>
                      </m:r>
                      <m:r>
                        <a:rPr lang="en-US" altLang="zh-CN" sz="1600" i="1">
                          <a:latin typeface="Cambria Math" panose="02040503050406030204" charset="0"/>
                          <a:cs typeface="Cambria Math" panose="02040503050406030204" charset="0"/>
                        </a:rPr>
                        <m:t>∙</m:t>
                      </m:r>
                      <m:r>
                        <m:rPr>
                          <m:sty m:val="p"/>
                        </m:rPr>
                        <a:rPr lang="en-US" altLang="zh-CN" sz="1600">
                          <a:latin typeface="Cambria Math" panose="02040503050406030204" charset="0"/>
                          <a:cs typeface="Cambria Math" panose="02040503050406030204" charset="0"/>
                        </a:rPr>
                        <m:t>exp</m:t>
                      </m:r>
                      <m:r>
                        <a:rPr lang="en-US" altLang="zh-CN" sz="1600" i="1">
                          <a:latin typeface="Cambria Math" panose="02040503050406030204" charset="0"/>
                          <a:cs typeface="Cambria Math" panose="02040503050406030204" charset="0"/>
                        </a:rPr>
                        <m:t>(</m:t>
                      </m:r>
                      <m:r>
                        <a:rPr lang="en-US" altLang="zh-CN" sz="1600" i="1">
                          <a:latin typeface="Cambria Math" panose="02040503050406030204" charset="0"/>
                          <a:cs typeface="Cambria Math" panose="02040503050406030204" charset="0"/>
                        </a:rPr>
                        <m:t>𝐵𝑟</m:t>
                      </m:r>
                      <m:r>
                        <a:rPr lang="en-US" altLang="zh-CN" sz="1600" i="1">
                          <a:latin typeface="Cambria Math" panose="02040503050406030204" charset="0"/>
                          <a:cs typeface="Cambria Math" panose="02040503050406030204" charset="0"/>
                        </a:rPr>
                        <m:t>+</m:t>
                      </m:r>
                      <m:r>
                        <a:rPr lang="en-US" altLang="zh-CN" sz="1600" i="1">
                          <a:latin typeface="Cambria Math" panose="02040503050406030204" charset="0"/>
                          <a:cs typeface="Cambria Math" panose="02040503050406030204" charset="0"/>
                        </a:rPr>
                        <m:t>𝐶</m:t>
                      </m:r>
                      <m:sSup>
                        <m:sSupPr>
                          <m:ctrlPr>
                            <a:rPr lang="en-US" altLang="zh-CN" sz="16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lang="en-US" altLang="zh-CN" sz="16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𝑟</m:t>
                          </m:r>
                        </m:e>
                        <m:sup>
                          <m:r>
                            <a:rPr lang="en-US" altLang="zh-CN" sz="16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1600" i="1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)</m:t>
                      </m:r>
                    </m:oMath>
                  </m:oMathPara>
                </a14:m>
                <a:endParaRPr lang="en-US" altLang="zh-CN" sz="1600" i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366" name="TextBox 365">
                <a:extLst>
                  <a:ext uri="{FF2B5EF4-FFF2-40B4-BE49-F238E27FC236}">
                    <a16:creationId xmlns:a16="http://schemas.microsoft.com/office/drawing/2014/main" id="{41011753-BD0F-4984-D8C4-D294BCC175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1917" y="6507830"/>
                <a:ext cx="2471606" cy="338262"/>
              </a:xfrm>
              <a:prstGeom prst="rect">
                <a:avLst/>
              </a:prstGeom>
              <a:blipFill>
                <a:blip r:embed="rId16"/>
                <a:stretch>
                  <a:fillRect b="-127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67" name="Picture 366">
            <a:extLst>
              <a:ext uri="{FF2B5EF4-FFF2-40B4-BE49-F238E27FC236}">
                <a16:creationId xmlns:a16="http://schemas.microsoft.com/office/drawing/2014/main" id="{52D3331D-FD88-F0BC-0F4F-512BE86C91C0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/>
        </p:blipFill>
        <p:spPr>
          <a:xfrm>
            <a:off x="266562" y="6757161"/>
            <a:ext cx="1485589" cy="1363562"/>
          </a:xfrm>
          <a:prstGeom prst="rect">
            <a:avLst/>
          </a:prstGeom>
        </p:spPr>
      </p:pic>
      <p:pic>
        <p:nvPicPr>
          <p:cNvPr id="368" name="Picture 367">
            <a:extLst>
              <a:ext uri="{FF2B5EF4-FFF2-40B4-BE49-F238E27FC236}">
                <a16:creationId xmlns:a16="http://schemas.microsoft.com/office/drawing/2014/main" id="{4C2DE064-476C-D88C-537C-B424C176848D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/>
        </p:blipFill>
        <p:spPr>
          <a:xfrm>
            <a:off x="1592441" y="6891715"/>
            <a:ext cx="1829017" cy="1246592"/>
          </a:xfrm>
          <a:prstGeom prst="rect">
            <a:avLst/>
          </a:prstGeom>
        </p:spPr>
      </p:pic>
      <p:pic>
        <p:nvPicPr>
          <p:cNvPr id="369" name="Picture 368">
            <a:extLst>
              <a:ext uri="{FF2B5EF4-FFF2-40B4-BE49-F238E27FC236}">
                <a16:creationId xmlns:a16="http://schemas.microsoft.com/office/drawing/2014/main" id="{D8989D48-F646-1B3E-3884-1D15EBAB8FBC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/>
        </p:blipFill>
        <p:spPr>
          <a:xfrm>
            <a:off x="3306685" y="7073361"/>
            <a:ext cx="1536862" cy="961600"/>
          </a:xfrm>
          <a:prstGeom prst="rect">
            <a:avLst/>
          </a:prstGeom>
        </p:spPr>
      </p:pic>
      <p:pic>
        <p:nvPicPr>
          <p:cNvPr id="370" name="Picture 369">
            <a:extLst>
              <a:ext uri="{FF2B5EF4-FFF2-40B4-BE49-F238E27FC236}">
                <a16:creationId xmlns:a16="http://schemas.microsoft.com/office/drawing/2014/main" id="{7BA4F937-AB71-1004-C0A4-E3AC1881E9C5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BEBA8EAE-BF5A-486C-A8C5-ECC9F3942E4B}">
                <a14:imgProps xmlns:a14="http://schemas.microsoft.com/office/drawing/2010/main">
                  <a14:imgLayer r:embed="rId21">
                    <a14:imgEffect>
                      <a14:brightnessContrast bright="20000"/>
                    </a14:imgEffect>
                  </a14:imgLayer>
                </a14:imgProps>
              </a:ext>
            </a:extLst>
          </a:blip>
          <a:stretch/>
        </p:blipFill>
        <p:spPr>
          <a:xfrm>
            <a:off x="4867527" y="6760936"/>
            <a:ext cx="1589173" cy="1356012"/>
          </a:xfrm>
          <a:prstGeom prst="rect">
            <a:avLst/>
          </a:prstGeom>
        </p:spPr>
      </p:pic>
      <p:pic>
        <p:nvPicPr>
          <p:cNvPr id="371" name="Picture 370">
            <a:extLst>
              <a:ext uri="{FF2B5EF4-FFF2-40B4-BE49-F238E27FC236}">
                <a16:creationId xmlns:a16="http://schemas.microsoft.com/office/drawing/2014/main" id="{F01191F4-C694-07EB-E9FC-EBF77C3270C5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/>
        </p:blipFill>
        <p:spPr>
          <a:xfrm>
            <a:off x="6009551" y="6868811"/>
            <a:ext cx="2032673" cy="1178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19979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98</TotalTime>
  <Words>189</Words>
  <Application>Microsoft Office PowerPoint</Application>
  <PresentationFormat>Custom</PresentationFormat>
  <Paragraphs>52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Cambria Math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Jiaqi Liang</dc:creator>
  <cp:lastModifiedBy>Jiaqi Liang</cp:lastModifiedBy>
  <cp:revision>2</cp:revision>
  <dcterms:created xsi:type="dcterms:W3CDTF">2026-08-14T13:17:56Z</dcterms:created>
  <dcterms:modified xsi:type="dcterms:W3CDTF">2026-08-18T14:12:25Z</dcterms:modified>
</cp:coreProperties>
</file>