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7099"/>
    <a:srgbClr val="9D5F00"/>
    <a:srgbClr val="8F291E"/>
    <a:srgbClr val="FFFFFF"/>
    <a:srgbClr val="A79ADF"/>
    <a:srgbClr val="B0DF9A"/>
    <a:srgbClr val="DFCA9A"/>
    <a:srgbClr val="D3B472"/>
    <a:srgbClr val="91D372"/>
    <a:srgbClr val="8472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A15D2B-5B50-4FAA-A338-6E451BB82CD0}" v="40" dt="2026-07-03T15:43:29.76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03" autoAdjust="0"/>
    <p:restoredTop sz="95033" autoAdjust="0"/>
  </p:normalViewPr>
  <p:slideViewPr>
    <p:cSldViewPr snapToGrid="0">
      <p:cViewPr varScale="1">
        <p:scale>
          <a:sx n="78" d="100"/>
          <a:sy n="78" d="100"/>
        </p:scale>
        <p:origin x="76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iaqi Liang" userId="cb0d2e1e-ba45-42ca-bc7e-1efa8936f35a" providerId="ADAL" clId="{72322D61-1B5D-468A-9D60-792C919603CD}"/>
    <pc:docChg chg="undo custSel addSld modSld">
      <pc:chgData name="Jiaqi Liang" userId="cb0d2e1e-ba45-42ca-bc7e-1efa8936f35a" providerId="ADAL" clId="{72322D61-1B5D-468A-9D60-792C919603CD}" dt="2026-07-03T15:43:29.765" v="310" actId="164"/>
      <pc:docMkLst>
        <pc:docMk/>
      </pc:docMkLst>
      <pc:sldChg chg="addSp delSp modSp new mod">
        <pc:chgData name="Jiaqi Liang" userId="cb0d2e1e-ba45-42ca-bc7e-1efa8936f35a" providerId="ADAL" clId="{72322D61-1B5D-468A-9D60-792C919603CD}" dt="2026-07-03T15:43:29.765" v="310" actId="164"/>
        <pc:sldMkLst>
          <pc:docMk/>
          <pc:sldMk cId="620975483" sldId="256"/>
        </pc:sldMkLst>
        <pc:spChg chg="del">
          <ac:chgData name="Jiaqi Liang" userId="cb0d2e1e-ba45-42ca-bc7e-1efa8936f35a" providerId="ADAL" clId="{72322D61-1B5D-468A-9D60-792C919603CD}" dt="2026-07-03T14:37:18.468" v="5" actId="478"/>
          <ac:spMkLst>
            <pc:docMk/>
            <pc:sldMk cId="620975483" sldId="256"/>
            <ac:spMk id="2" creationId="{A885FFA5-AC75-215C-4695-2124ABC30658}"/>
          </ac:spMkLst>
        </pc:spChg>
        <pc:spChg chg="add mod">
          <ac:chgData name="Jiaqi Liang" userId="cb0d2e1e-ba45-42ca-bc7e-1efa8936f35a" providerId="ADAL" clId="{72322D61-1B5D-468A-9D60-792C919603CD}" dt="2026-07-03T15:43:27.678" v="309"/>
          <ac:spMkLst>
            <pc:docMk/>
            <pc:sldMk cId="620975483" sldId="256"/>
            <ac:spMk id="2" creationId="{CA3F5B4A-E067-DA16-84B6-A8C20CA70BEC}"/>
          </ac:spMkLst>
        </pc:spChg>
        <pc:spChg chg="del">
          <ac:chgData name="Jiaqi Liang" userId="cb0d2e1e-ba45-42ca-bc7e-1efa8936f35a" providerId="ADAL" clId="{72322D61-1B5D-468A-9D60-792C919603CD}" dt="2026-07-03T14:37:16.240" v="4" actId="478"/>
          <ac:spMkLst>
            <pc:docMk/>
            <pc:sldMk cId="620975483" sldId="256"/>
            <ac:spMk id="3" creationId="{D876853A-558B-A89F-3A9A-C9BA696599F4}"/>
          </ac:spMkLst>
        </pc:spChg>
        <pc:spChg chg="add mod">
          <ac:chgData name="Jiaqi Liang" userId="cb0d2e1e-ba45-42ca-bc7e-1efa8936f35a" providerId="ADAL" clId="{72322D61-1B5D-468A-9D60-792C919603CD}" dt="2026-07-03T15:43:27.678" v="309"/>
          <ac:spMkLst>
            <pc:docMk/>
            <pc:sldMk cId="620975483" sldId="256"/>
            <ac:spMk id="5" creationId="{CD24740B-1EE9-E65E-33F6-29D5966F3291}"/>
          </ac:spMkLst>
        </pc:spChg>
        <pc:spChg chg="add mod">
          <ac:chgData name="Jiaqi Liang" userId="cb0d2e1e-ba45-42ca-bc7e-1efa8936f35a" providerId="ADAL" clId="{72322D61-1B5D-468A-9D60-792C919603CD}" dt="2026-07-03T15:43:27.678" v="309"/>
          <ac:spMkLst>
            <pc:docMk/>
            <pc:sldMk cId="620975483" sldId="256"/>
            <ac:spMk id="6" creationId="{46FA135C-E778-2F9B-2B62-57A0D171C4DE}"/>
          </ac:spMkLst>
        </pc:spChg>
        <pc:spChg chg="add mod">
          <ac:chgData name="Jiaqi Liang" userId="cb0d2e1e-ba45-42ca-bc7e-1efa8936f35a" providerId="ADAL" clId="{72322D61-1B5D-468A-9D60-792C919603CD}" dt="2026-07-03T15:43:27.678" v="309"/>
          <ac:spMkLst>
            <pc:docMk/>
            <pc:sldMk cId="620975483" sldId="256"/>
            <ac:spMk id="7" creationId="{4F573E9E-B312-9C76-DAF0-F97D1514276C}"/>
          </ac:spMkLst>
        </pc:spChg>
        <pc:spChg chg="add mod">
          <ac:chgData name="Jiaqi Liang" userId="cb0d2e1e-ba45-42ca-bc7e-1efa8936f35a" providerId="ADAL" clId="{72322D61-1B5D-468A-9D60-792C919603CD}" dt="2026-07-03T15:43:27.678" v="309"/>
          <ac:spMkLst>
            <pc:docMk/>
            <pc:sldMk cId="620975483" sldId="256"/>
            <ac:spMk id="8" creationId="{F88780F8-E6A4-21AC-2CBE-923BE042C1E9}"/>
          </ac:spMkLst>
        </pc:spChg>
        <pc:spChg chg="add mod">
          <ac:chgData name="Jiaqi Liang" userId="cb0d2e1e-ba45-42ca-bc7e-1efa8936f35a" providerId="ADAL" clId="{72322D61-1B5D-468A-9D60-792C919603CD}" dt="2026-07-03T15:43:27.678" v="309"/>
          <ac:spMkLst>
            <pc:docMk/>
            <pc:sldMk cId="620975483" sldId="256"/>
            <ac:spMk id="9" creationId="{C6CBFD51-859F-044D-B943-E70A9C6C060D}"/>
          </ac:spMkLst>
        </pc:spChg>
        <pc:spChg chg="add mod">
          <ac:chgData name="Jiaqi Liang" userId="cb0d2e1e-ba45-42ca-bc7e-1efa8936f35a" providerId="ADAL" clId="{72322D61-1B5D-468A-9D60-792C919603CD}" dt="2026-07-03T15:43:27.678" v="309"/>
          <ac:spMkLst>
            <pc:docMk/>
            <pc:sldMk cId="620975483" sldId="256"/>
            <ac:spMk id="10" creationId="{CB60E4EF-ED42-A80F-C686-D666EDCDFC04}"/>
          </ac:spMkLst>
        </pc:spChg>
        <pc:spChg chg="add mod">
          <ac:chgData name="Jiaqi Liang" userId="cb0d2e1e-ba45-42ca-bc7e-1efa8936f35a" providerId="ADAL" clId="{72322D61-1B5D-468A-9D60-792C919603CD}" dt="2026-07-03T15:43:27.678" v="309"/>
          <ac:spMkLst>
            <pc:docMk/>
            <pc:sldMk cId="620975483" sldId="256"/>
            <ac:spMk id="11" creationId="{414EBD30-D7C3-FDD0-D8FD-399329A517BA}"/>
          </ac:spMkLst>
        </pc:spChg>
        <pc:spChg chg="add del">
          <ac:chgData name="Jiaqi Liang" userId="cb0d2e1e-ba45-42ca-bc7e-1efa8936f35a" providerId="ADAL" clId="{72322D61-1B5D-468A-9D60-792C919603CD}" dt="2026-07-03T14:56:16.772" v="25" actId="22"/>
          <ac:spMkLst>
            <pc:docMk/>
            <pc:sldMk cId="620975483" sldId="256"/>
            <ac:spMk id="12" creationId="{138A6CC4-B372-62B3-2D62-12C0A9212258}"/>
          </ac:spMkLst>
        </pc:spChg>
        <pc:spChg chg="del mod">
          <ac:chgData name="Jiaqi Liang" userId="cb0d2e1e-ba45-42ca-bc7e-1efa8936f35a" providerId="ADAL" clId="{72322D61-1B5D-468A-9D60-792C919603CD}" dt="2026-07-03T15:00:46.746" v="73" actId="478"/>
          <ac:spMkLst>
            <pc:docMk/>
            <pc:sldMk cId="620975483" sldId="256"/>
            <ac:spMk id="14" creationId="{E1C660A1-3DFF-B575-DD9D-EBE8D2B612D5}"/>
          </ac:spMkLst>
        </pc:spChg>
        <pc:spChg chg="mod topLvl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15" creationId="{13B50F15-B561-6016-9F03-3F8A8E31724A}"/>
          </ac:spMkLst>
        </pc:spChg>
        <pc:spChg chg="mod topLvl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16" creationId="{5C6AA150-0D54-63C1-869A-0B7E015DC907}"/>
          </ac:spMkLst>
        </pc:spChg>
        <pc:spChg chg="mod topLvl">
          <ac:chgData name="Jiaqi Liang" userId="cb0d2e1e-ba45-42ca-bc7e-1efa8936f35a" providerId="ADAL" clId="{72322D61-1B5D-468A-9D60-792C919603CD}" dt="2026-07-03T15:01:52.535" v="89" actId="164"/>
          <ac:spMkLst>
            <pc:docMk/>
            <pc:sldMk cId="620975483" sldId="256"/>
            <ac:spMk id="17" creationId="{E8C11909-B065-A67C-21FC-1E677E5A3ED7}"/>
          </ac:spMkLst>
        </pc:spChg>
        <pc:spChg chg="mod topLvl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18" creationId="{3178490A-22AC-C9C5-E8E5-DFC0001AB42A}"/>
          </ac:spMkLst>
        </pc:spChg>
        <pc:spChg chg="mod topLvl">
          <ac:chgData name="Jiaqi Liang" userId="cb0d2e1e-ba45-42ca-bc7e-1efa8936f35a" providerId="ADAL" clId="{72322D61-1B5D-468A-9D60-792C919603CD}" dt="2026-07-03T15:01:52.535" v="89" actId="164"/>
          <ac:spMkLst>
            <pc:docMk/>
            <pc:sldMk cId="620975483" sldId="256"/>
            <ac:spMk id="19" creationId="{64CD75D9-E074-9AEF-03F6-B18935F93F09}"/>
          </ac:spMkLst>
        </pc:spChg>
        <pc:spChg chg="mod topLvl">
          <ac:chgData name="Jiaqi Liang" userId="cb0d2e1e-ba45-42ca-bc7e-1efa8936f35a" providerId="ADAL" clId="{72322D61-1B5D-468A-9D60-792C919603CD}" dt="2026-07-03T15:01:52.535" v="89" actId="164"/>
          <ac:spMkLst>
            <pc:docMk/>
            <pc:sldMk cId="620975483" sldId="256"/>
            <ac:spMk id="20" creationId="{619933DC-3700-704A-BF97-45CF3D5D5199}"/>
          </ac:spMkLst>
        </pc:spChg>
        <pc:spChg chg="add mod topLvl">
          <ac:chgData name="Jiaqi Liang" userId="cb0d2e1e-ba45-42ca-bc7e-1efa8936f35a" providerId="ADAL" clId="{72322D61-1B5D-468A-9D60-792C919603CD}" dt="2026-07-03T15:35:28.583" v="234" actId="1076"/>
          <ac:spMkLst>
            <pc:docMk/>
            <pc:sldMk cId="620975483" sldId="256"/>
            <ac:spMk id="28" creationId="{B99880DA-E698-AB88-8EF9-708F7B29405E}"/>
          </ac:spMkLst>
        </pc:spChg>
        <pc:spChg chg="mod">
          <ac:chgData name="Jiaqi Liang" userId="cb0d2e1e-ba45-42ca-bc7e-1efa8936f35a" providerId="ADAL" clId="{72322D61-1B5D-468A-9D60-792C919603CD}" dt="2026-07-03T15:03:22.131" v="134"/>
          <ac:spMkLst>
            <pc:docMk/>
            <pc:sldMk cId="620975483" sldId="256"/>
            <ac:spMk id="36" creationId="{95DB4ACB-7669-114F-EC0D-8CD251A87B7F}"/>
          </ac:spMkLst>
        </pc:spChg>
        <pc:spChg chg="mod">
          <ac:chgData name="Jiaqi Liang" userId="cb0d2e1e-ba45-42ca-bc7e-1efa8936f35a" providerId="ADAL" clId="{72322D61-1B5D-468A-9D60-792C919603CD}" dt="2026-07-03T15:03:22.131" v="134"/>
          <ac:spMkLst>
            <pc:docMk/>
            <pc:sldMk cId="620975483" sldId="256"/>
            <ac:spMk id="37" creationId="{FB1C46D1-858B-E110-FE95-82EE43D711E0}"/>
          </ac:spMkLst>
        </pc:spChg>
        <pc:spChg chg="mod">
          <ac:chgData name="Jiaqi Liang" userId="cb0d2e1e-ba45-42ca-bc7e-1efa8936f35a" providerId="ADAL" clId="{72322D61-1B5D-468A-9D60-792C919603CD}" dt="2026-07-03T15:03:22.131" v="134"/>
          <ac:spMkLst>
            <pc:docMk/>
            <pc:sldMk cId="620975483" sldId="256"/>
            <ac:spMk id="38" creationId="{E2508D5C-C5B2-694A-14BB-00F756CBE600}"/>
          </ac:spMkLst>
        </pc:spChg>
        <pc:spChg chg="mod">
          <ac:chgData name="Jiaqi Liang" userId="cb0d2e1e-ba45-42ca-bc7e-1efa8936f35a" providerId="ADAL" clId="{72322D61-1B5D-468A-9D60-792C919603CD}" dt="2026-07-03T15:03:22.131" v="134"/>
          <ac:spMkLst>
            <pc:docMk/>
            <pc:sldMk cId="620975483" sldId="256"/>
            <ac:spMk id="39" creationId="{6855EC60-1ED0-F9E6-2659-083F09F02D52}"/>
          </ac:spMkLst>
        </pc:spChg>
        <pc:spChg chg="mod">
          <ac:chgData name="Jiaqi Liang" userId="cb0d2e1e-ba45-42ca-bc7e-1efa8936f35a" providerId="ADAL" clId="{72322D61-1B5D-468A-9D60-792C919603CD}" dt="2026-07-03T15:03:22.131" v="134"/>
          <ac:spMkLst>
            <pc:docMk/>
            <pc:sldMk cId="620975483" sldId="256"/>
            <ac:spMk id="40" creationId="{432317E9-C60E-1D01-FDE8-CD315462CB29}"/>
          </ac:spMkLst>
        </pc:spChg>
        <pc:spChg chg="mod">
          <ac:chgData name="Jiaqi Liang" userId="cb0d2e1e-ba45-42ca-bc7e-1efa8936f35a" providerId="ADAL" clId="{72322D61-1B5D-468A-9D60-792C919603CD}" dt="2026-07-03T15:03:22.131" v="134"/>
          <ac:spMkLst>
            <pc:docMk/>
            <pc:sldMk cId="620975483" sldId="256"/>
            <ac:spMk id="41" creationId="{922B7599-AEBB-1C1B-198C-FA898F6807E2}"/>
          </ac:spMkLst>
        </pc:spChg>
        <pc:spChg chg="mod">
          <ac:chgData name="Jiaqi Liang" userId="cb0d2e1e-ba45-42ca-bc7e-1efa8936f35a" providerId="ADAL" clId="{72322D61-1B5D-468A-9D60-792C919603CD}" dt="2026-07-03T15:03:22.131" v="134"/>
          <ac:spMkLst>
            <pc:docMk/>
            <pc:sldMk cId="620975483" sldId="256"/>
            <ac:spMk id="42" creationId="{F867EF56-2A99-C1F2-BB85-7E5516F0C54D}"/>
          </ac:spMkLst>
        </pc:spChg>
        <pc:spChg chg="mod">
          <ac:chgData name="Jiaqi Liang" userId="cb0d2e1e-ba45-42ca-bc7e-1efa8936f35a" providerId="ADAL" clId="{72322D61-1B5D-468A-9D60-792C919603CD}" dt="2026-07-03T15:03:26.506" v="136"/>
          <ac:spMkLst>
            <pc:docMk/>
            <pc:sldMk cId="620975483" sldId="256"/>
            <ac:spMk id="44" creationId="{184E1EE0-47C4-070D-6A9A-96E53E85F8C3}"/>
          </ac:spMkLst>
        </pc:spChg>
        <pc:spChg chg="mod">
          <ac:chgData name="Jiaqi Liang" userId="cb0d2e1e-ba45-42ca-bc7e-1efa8936f35a" providerId="ADAL" clId="{72322D61-1B5D-468A-9D60-792C919603CD}" dt="2026-07-03T15:03:26.506" v="136"/>
          <ac:spMkLst>
            <pc:docMk/>
            <pc:sldMk cId="620975483" sldId="256"/>
            <ac:spMk id="45" creationId="{B8C95D70-049B-D48B-8CE6-90F175B42EBD}"/>
          </ac:spMkLst>
        </pc:spChg>
        <pc:spChg chg="mod">
          <ac:chgData name="Jiaqi Liang" userId="cb0d2e1e-ba45-42ca-bc7e-1efa8936f35a" providerId="ADAL" clId="{72322D61-1B5D-468A-9D60-792C919603CD}" dt="2026-07-03T15:03:26.506" v="136"/>
          <ac:spMkLst>
            <pc:docMk/>
            <pc:sldMk cId="620975483" sldId="256"/>
            <ac:spMk id="46" creationId="{1C94947F-A07A-20BF-3394-0C010694B379}"/>
          </ac:spMkLst>
        </pc:spChg>
        <pc:spChg chg="mod">
          <ac:chgData name="Jiaqi Liang" userId="cb0d2e1e-ba45-42ca-bc7e-1efa8936f35a" providerId="ADAL" clId="{72322D61-1B5D-468A-9D60-792C919603CD}" dt="2026-07-03T15:03:26.506" v="136"/>
          <ac:spMkLst>
            <pc:docMk/>
            <pc:sldMk cId="620975483" sldId="256"/>
            <ac:spMk id="47" creationId="{5E76E7DD-8764-76EA-F63E-3BC85ECD79ED}"/>
          </ac:spMkLst>
        </pc:spChg>
        <pc:spChg chg="mod">
          <ac:chgData name="Jiaqi Liang" userId="cb0d2e1e-ba45-42ca-bc7e-1efa8936f35a" providerId="ADAL" clId="{72322D61-1B5D-468A-9D60-792C919603CD}" dt="2026-07-03T15:03:26.506" v="136"/>
          <ac:spMkLst>
            <pc:docMk/>
            <pc:sldMk cId="620975483" sldId="256"/>
            <ac:spMk id="48" creationId="{A4B4B34A-A1C7-1AB1-6F61-4CAE725CD41C}"/>
          </ac:spMkLst>
        </pc:spChg>
        <pc:spChg chg="mod">
          <ac:chgData name="Jiaqi Liang" userId="cb0d2e1e-ba45-42ca-bc7e-1efa8936f35a" providerId="ADAL" clId="{72322D61-1B5D-468A-9D60-792C919603CD}" dt="2026-07-03T15:03:26.506" v="136"/>
          <ac:spMkLst>
            <pc:docMk/>
            <pc:sldMk cId="620975483" sldId="256"/>
            <ac:spMk id="49" creationId="{BC012431-38E8-356D-0474-AF416C4872F6}"/>
          </ac:spMkLst>
        </pc:spChg>
        <pc:spChg chg="mod">
          <ac:chgData name="Jiaqi Liang" userId="cb0d2e1e-ba45-42ca-bc7e-1efa8936f35a" providerId="ADAL" clId="{72322D61-1B5D-468A-9D60-792C919603CD}" dt="2026-07-03T15:03:26.506" v="136"/>
          <ac:spMkLst>
            <pc:docMk/>
            <pc:sldMk cId="620975483" sldId="256"/>
            <ac:spMk id="50" creationId="{12FB8EFC-25E7-C880-7E6F-ED6C0459A880}"/>
          </ac:spMkLst>
        </pc:spChg>
        <pc:spChg chg="add mod ord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51" creationId="{9ACDBCBA-FC4C-71D9-FA5A-86B20885978E}"/>
          </ac:spMkLst>
        </pc:spChg>
        <pc:spChg chg="add mod ord">
          <ac:chgData name="Jiaqi Liang" userId="cb0d2e1e-ba45-42ca-bc7e-1efa8936f35a" providerId="ADAL" clId="{72322D61-1B5D-468A-9D60-792C919603CD}" dt="2026-07-03T15:37:31.723" v="246" actId="207"/>
          <ac:spMkLst>
            <pc:docMk/>
            <pc:sldMk cId="620975483" sldId="256"/>
            <ac:spMk id="53" creationId="{A5E5543F-C3BB-E97E-3C8F-DE3BE6D77335}"/>
          </ac:spMkLst>
        </pc:spChg>
        <pc:spChg chg="add mod ord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55" creationId="{855240E7-6DC1-8BC9-0C6E-0B40903E6A87}"/>
          </ac:spMkLst>
        </pc:spChg>
        <pc:spChg chg="add del mod ord">
          <ac:chgData name="Jiaqi Liang" userId="cb0d2e1e-ba45-42ca-bc7e-1efa8936f35a" providerId="ADAL" clId="{72322D61-1B5D-468A-9D60-792C919603CD}" dt="2026-07-03T15:18:35.650" v="207" actId="478"/>
          <ac:spMkLst>
            <pc:docMk/>
            <pc:sldMk cId="620975483" sldId="256"/>
            <ac:spMk id="56" creationId="{66966FE7-60E3-A97A-7B4E-B3FF94E2B9A6}"/>
          </ac:spMkLst>
        </pc:spChg>
        <pc:spChg chg="add del mod ord">
          <ac:chgData name="Jiaqi Liang" userId="cb0d2e1e-ba45-42ca-bc7e-1efa8936f35a" providerId="ADAL" clId="{72322D61-1B5D-468A-9D60-792C919603CD}" dt="2026-07-03T15:18:37.768" v="208" actId="478"/>
          <ac:spMkLst>
            <pc:docMk/>
            <pc:sldMk cId="620975483" sldId="256"/>
            <ac:spMk id="57" creationId="{8C3B07B9-2F51-046A-6A94-A529BF9EDD4E}"/>
          </ac:spMkLst>
        </pc:spChg>
        <pc:spChg chg="add del mod ord">
          <ac:chgData name="Jiaqi Liang" userId="cb0d2e1e-ba45-42ca-bc7e-1efa8936f35a" providerId="ADAL" clId="{72322D61-1B5D-468A-9D60-792C919603CD}" dt="2026-07-03T15:18:34.498" v="206" actId="478"/>
          <ac:spMkLst>
            <pc:docMk/>
            <pc:sldMk cId="620975483" sldId="256"/>
            <ac:spMk id="58" creationId="{8A2AA048-AF6C-12FA-9EDE-D43BB3121328}"/>
          </ac:spMkLst>
        </pc:spChg>
        <pc:spChg chg="mod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60" creationId="{D3B479AB-5BB2-8F3A-89CF-838CD062E4B7}"/>
          </ac:spMkLst>
        </pc:spChg>
        <pc:spChg chg="mod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61" creationId="{593C6C12-11FA-AB2E-364F-A6743F6FDE84}"/>
          </ac:spMkLst>
        </pc:spChg>
        <pc:spChg chg="mod">
          <ac:chgData name="Jiaqi Liang" userId="cb0d2e1e-ba45-42ca-bc7e-1efa8936f35a" providerId="ADAL" clId="{72322D61-1B5D-468A-9D60-792C919603CD}" dt="2026-07-03T15:15:46.772" v="193"/>
          <ac:spMkLst>
            <pc:docMk/>
            <pc:sldMk cId="620975483" sldId="256"/>
            <ac:spMk id="62" creationId="{44836E1E-C9B7-CA32-8570-7215B3E2D5DA}"/>
          </ac:spMkLst>
        </pc:spChg>
        <pc:spChg chg="mod">
          <ac:chgData name="Jiaqi Liang" userId="cb0d2e1e-ba45-42ca-bc7e-1efa8936f35a" providerId="ADAL" clId="{72322D61-1B5D-468A-9D60-792C919603CD}" dt="2026-07-03T15:15:46.772" v="193"/>
          <ac:spMkLst>
            <pc:docMk/>
            <pc:sldMk cId="620975483" sldId="256"/>
            <ac:spMk id="63" creationId="{F1E7F515-E1D9-918B-191B-51154A4CFD4E}"/>
          </ac:spMkLst>
        </pc:spChg>
        <pc:spChg chg="mod">
          <ac:chgData name="Jiaqi Liang" userId="cb0d2e1e-ba45-42ca-bc7e-1efa8936f35a" providerId="ADAL" clId="{72322D61-1B5D-468A-9D60-792C919603CD}" dt="2026-07-03T15:15:46.772" v="193"/>
          <ac:spMkLst>
            <pc:docMk/>
            <pc:sldMk cId="620975483" sldId="256"/>
            <ac:spMk id="64" creationId="{FDE809F0-E873-DDB7-79C3-C10ADEA7BE81}"/>
          </ac:spMkLst>
        </pc:spChg>
        <pc:spChg chg="mod">
          <ac:chgData name="Jiaqi Liang" userId="cb0d2e1e-ba45-42ca-bc7e-1efa8936f35a" providerId="ADAL" clId="{72322D61-1B5D-468A-9D60-792C919603CD}" dt="2026-07-03T15:15:46.772" v="193"/>
          <ac:spMkLst>
            <pc:docMk/>
            <pc:sldMk cId="620975483" sldId="256"/>
            <ac:spMk id="65" creationId="{E851A238-0440-E7BA-D3A2-0F984FC6561D}"/>
          </ac:spMkLst>
        </pc:spChg>
        <pc:spChg chg="mod">
          <ac:chgData name="Jiaqi Liang" userId="cb0d2e1e-ba45-42ca-bc7e-1efa8936f35a" providerId="ADAL" clId="{72322D61-1B5D-468A-9D60-792C919603CD}" dt="2026-07-03T15:15:46.772" v="193"/>
          <ac:spMkLst>
            <pc:docMk/>
            <pc:sldMk cId="620975483" sldId="256"/>
            <ac:spMk id="66" creationId="{32E10AAA-5DE1-258C-BE07-0295BC5AD8EF}"/>
          </ac:spMkLst>
        </pc:spChg>
        <pc:spChg chg="del mod">
          <ac:chgData name="Jiaqi Liang" userId="cb0d2e1e-ba45-42ca-bc7e-1efa8936f35a" providerId="ADAL" clId="{72322D61-1B5D-468A-9D60-792C919603CD}" dt="2026-07-03T15:36:10.160" v="242" actId="478"/>
          <ac:spMkLst>
            <pc:docMk/>
            <pc:sldMk cId="620975483" sldId="256"/>
            <ac:spMk id="69" creationId="{30D119DE-E617-7080-BAED-BFBAF92FC3F7}"/>
          </ac:spMkLst>
        </pc:spChg>
        <pc:spChg chg="del mod">
          <ac:chgData name="Jiaqi Liang" userId="cb0d2e1e-ba45-42ca-bc7e-1efa8936f35a" providerId="ADAL" clId="{72322D61-1B5D-468A-9D60-792C919603CD}" dt="2026-07-03T15:36:01.394" v="238" actId="478"/>
          <ac:spMkLst>
            <pc:docMk/>
            <pc:sldMk cId="620975483" sldId="256"/>
            <ac:spMk id="70" creationId="{745A10CC-5196-7540-FB94-FE5340240DE5}"/>
          </ac:spMkLst>
        </pc:spChg>
        <pc:spChg chg="del mod">
          <ac:chgData name="Jiaqi Liang" userId="cb0d2e1e-ba45-42ca-bc7e-1efa8936f35a" providerId="ADAL" clId="{72322D61-1B5D-468A-9D60-792C919603CD}" dt="2026-07-03T15:36:08.062" v="241" actId="478"/>
          <ac:spMkLst>
            <pc:docMk/>
            <pc:sldMk cId="620975483" sldId="256"/>
            <ac:spMk id="71" creationId="{D3866175-36BF-23C4-1BDE-B790590CB54B}"/>
          </ac:spMkLst>
        </pc:spChg>
        <pc:spChg chg="mod">
          <ac:chgData name="Jiaqi Liang" userId="cb0d2e1e-ba45-42ca-bc7e-1efa8936f35a" providerId="ADAL" clId="{72322D61-1B5D-468A-9D60-792C919603CD}" dt="2026-07-03T15:19:04.440" v="213"/>
          <ac:spMkLst>
            <pc:docMk/>
            <pc:sldMk cId="620975483" sldId="256"/>
            <ac:spMk id="73" creationId="{87FFEB02-D111-53C6-2EDA-D287C25BA0D7}"/>
          </ac:spMkLst>
        </pc:spChg>
        <pc:spChg chg="mod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74" creationId="{E2FAD295-38FB-56A4-6FB1-9E201829EE6E}"/>
          </ac:spMkLst>
        </pc:spChg>
        <pc:spChg chg="mod">
          <ac:chgData name="Jiaqi Liang" userId="cb0d2e1e-ba45-42ca-bc7e-1efa8936f35a" providerId="ADAL" clId="{72322D61-1B5D-468A-9D60-792C919603CD}" dt="2026-07-03T15:19:04.440" v="213"/>
          <ac:spMkLst>
            <pc:docMk/>
            <pc:sldMk cId="620975483" sldId="256"/>
            <ac:spMk id="75" creationId="{F5B8EA22-F943-7F1F-8763-704E5DD262DC}"/>
          </ac:spMkLst>
        </pc:spChg>
        <pc:spChg chg="mod">
          <ac:chgData name="Jiaqi Liang" userId="cb0d2e1e-ba45-42ca-bc7e-1efa8936f35a" providerId="ADAL" clId="{72322D61-1B5D-468A-9D60-792C919603CD}" dt="2026-07-03T15:19:58.269" v="220"/>
          <ac:spMkLst>
            <pc:docMk/>
            <pc:sldMk cId="620975483" sldId="256"/>
            <ac:spMk id="77" creationId="{F73F1A17-AD2F-1DCE-E25C-4EB24FD1D4A2}"/>
          </ac:spMkLst>
        </pc:spChg>
        <pc:spChg chg="mod">
          <ac:chgData name="Jiaqi Liang" userId="cb0d2e1e-ba45-42ca-bc7e-1efa8936f35a" providerId="ADAL" clId="{72322D61-1B5D-468A-9D60-792C919603CD}" dt="2026-07-03T15:19:58.269" v="220"/>
          <ac:spMkLst>
            <pc:docMk/>
            <pc:sldMk cId="620975483" sldId="256"/>
            <ac:spMk id="78" creationId="{701F031E-ED69-807F-E6F2-2B901569A8CB}"/>
          </ac:spMkLst>
        </pc:spChg>
        <pc:spChg chg="mod">
          <ac:chgData name="Jiaqi Liang" userId="cb0d2e1e-ba45-42ca-bc7e-1efa8936f35a" providerId="ADAL" clId="{72322D61-1B5D-468A-9D60-792C919603CD}" dt="2026-07-03T15:19:58.269" v="220"/>
          <ac:spMkLst>
            <pc:docMk/>
            <pc:sldMk cId="620975483" sldId="256"/>
            <ac:spMk id="79" creationId="{86861250-2BE4-98C5-5FAD-0F9AE5F749A0}"/>
          </ac:spMkLst>
        </pc:spChg>
        <pc:spChg chg="mod">
          <ac:chgData name="Jiaqi Liang" userId="cb0d2e1e-ba45-42ca-bc7e-1efa8936f35a" providerId="ADAL" clId="{72322D61-1B5D-468A-9D60-792C919603CD}" dt="2026-07-03T15:19:58.269" v="220"/>
          <ac:spMkLst>
            <pc:docMk/>
            <pc:sldMk cId="620975483" sldId="256"/>
            <ac:spMk id="80" creationId="{E4331C8C-92C4-E03C-41E1-F9635E4E119A}"/>
          </ac:spMkLst>
        </pc:spChg>
        <pc:spChg chg="mod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81" creationId="{9403A863-61EF-61F0-F0FA-9FF76CAB6930}"/>
          </ac:spMkLst>
        </pc:spChg>
        <pc:spChg chg="mod">
          <ac:chgData name="Jiaqi Liang" userId="cb0d2e1e-ba45-42ca-bc7e-1efa8936f35a" providerId="ADAL" clId="{72322D61-1B5D-468A-9D60-792C919603CD}" dt="2026-07-03T15:19:58.269" v="220"/>
          <ac:spMkLst>
            <pc:docMk/>
            <pc:sldMk cId="620975483" sldId="256"/>
            <ac:spMk id="82" creationId="{3548354D-B54E-7E36-C9B5-9366AB9E5598}"/>
          </ac:spMkLst>
        </pc:spChg>
        <pc:spChg chg="mod">
          <ac:chgData name="Jiaqi Liang" userId="cb0d2e1e-ba45-42ca-bc7e-1efa8936f35a" providerId="ADAL" clId="{72322D61-1B5D-468A-9D60-792C919603CD}" dt="2026-07-03T15:38:05.457" v="253" actId="165"/>
          <ac:spMkLst>
            <pc:docMk/>
            <pc:sldMk cId="620975483" sldId="256"/>
            <ac:spMk id="83" creationId="{208C00D5-A2CB-2D85-BC8E-7B6FF1E1290B}"/>
          </ac:spMkLst>
        </pc:spChg>
        <pc:spChg chg="add del">
          <ac:chgData name="Jiaqi Liang" userId="cb0d2e1e-ba45-42ca-bc7e-1efa8936f35a" providerId="ADAL" clId="{72322D61-1B5D-468A-9D60-792C919603CD}" dt="2026-07-03T15:37:56.304" v="252" actId="22"/>
          <ac:spMkLst>
            <pc:docMk/>
            <pc:sldMk cId="620975483" sldId="256"/>
            <ac:spMk id="86" creationId="{3A24A04A-C3E9-93D3-B9E7-7854B8CEC4EE}"/>
          </ac:spMkLst>
        </pc:spChg>
        <pc:spChg chg="mod">
          <ac:chgData name="Jiaqi Liang" userId="cb0d2e1e-ba45-42ca-bc7e-1efa8936f35a" providerId="ADAL" clId="{72322D61-1B5D-468A-9D60-792C919603CD}" dt="2026-07-03T15:38:08.409" v="254"/>
          <ac:spMkLst>
            <pc:docMk/>
            <pc:sldMk cId="620975483" sldId="256"/>
            <ac:spMk id="88" creationId="{75A18EFD-4C79-580F-9136-21A8D9B22F9D}"/>
          </ac:spMkLst>
        </pc:spChg>
        <pc:spChg chg="mod">
          <ac:chgData name="Jiaqi Liang" userId="cb0d2e1e-ba45-42ca-bc7e-1efa8936f35a" providerId="ADAL" clId="{72322D61-1B5D-468A-9D60-792C919603CD}" dt="2026-07-03T15:38:08.409" v="254"/>
          <ac:spMkLst>
            <pc:docMk/>
            <pc:sldMk cId="620975483" sldId="256"/>
            <ac:spMk id="89" creationId="{2FA4E690-8CB7-AA91-89A1-84C71CC6546F}"/>
          </ac:spMkLst>
        </pc:spChg>
        <pc:spChg chg="mod">
          <ac:chgData name="Jiaqi Liang" userId="cb0d2e1e-ba45-42ca-bc7e-1efa8936f35a" providerId="ADAL" clId="{72322D61-1B5D-468A-9D60-792C919603CD}" dt="2026-07-03T15:38:08.409" v="254"/>
          <ac:spMkLst>
            <pc:docMk/>
            <pc:sldMk cId="620975483" sldId="256"/>
            <ac:spMk id="90" creationId="{74033708-BC66-B02E-5F57-86FD1ABF887C}"/>
          </ac:spMkLst>
        </pc:spChg>
        <pc:spChg chg="mod">
          <ac:chgData name="Jiaqi Liang" userId="cb0d2e1e-ba45-42ca-bc7e-1efa8936f35a" providerId="ADAL" clId="{72322D61-1B5D-468A-9D60-792C919603CD}" dt="2026-07-03T15:38:14.473" v="257"/>
          <ac:spMkLst>
            <pc:docMk/>
            <pc:sldMk cId="620975483" sldId="256"/>
            <ac:spMk id="92" creationId="{2CB9FD2E-8BE0-8848-0374-61559CD3F81F}"/>
          </ac:spMkLst>
        </pc:spChg>
        <pc:spChg chg="mod">
          <ac:chgData name="Jiaqi Liang" userId="cb0d2e1e-ba45-42ca-bc7e-1efa8936f35a" providerId="ADAL" clId="{72322D61-1B5D-468A-9D60-792C919603CD}" dt="2026-07-03T15:38:14.473" v="257"/>
          <ac:spMkLst>
            <pc:docMk/>
            <pc:sldMk cId="620975483" sldId="256"/>
            <ac:spMk id="93" creationId="{BF02CF17-7FBA-3DD0-8762-857AD173A5CD}"/>
          </ac:spMkLst>
        </pc:spChg>
        <pc:spChg chg="mod">
          <ac:chgData name="Jiaqi Liang" userId="cb0d2e1e-ba45-42ca-bc7e-1efa8936f35a" providerId="ADAL" clId="{72322D61-1B5D-468A-9D60-792C919603CD}" dt="2026-07-03T15:38:14.473" v="257"/>
          <ac:spMkLst>
            <pc:docMk/>
            <pc:sldMk cId="620975483" sldId="256"/>
            <ac:spMk id="94" creationId="{BA00C14D-4D5E-0924-E514-76E82DB74EBE}"/>
          </ac:spMkLst>
        </pc:spChg>
        <pc:spChg chg="add mod">
          <ac:chgData name="Jiaqi Liang" userId="cb0d2e1e-ba45-42ca-bc7e-1efa8936f35a" providerId="ADAL" clId="{72322D61-1B5D-468A-9D60-792C919603CD}" dt="2026-07-03T15:43:29.765" v="310" actId="164"/>
          <ac:spMkLst>
            <pc:docMk/>
            <pc:sldMk cId="620975483" sldId="256"/>
            <ac:spMk id="96" creationId="{1500D363-0699-3610-1ECF-5F93C6F4821F}"/>
          </ac:spMkLst>
        </pc:spChg>
        <pc:spChg chg="add mod">
          <ac:chgData name="Jiaqi Liang" userId="cb0d2e1e-ba45-42ca-bc7e-1efa8936f35a" providerId="ADAL" clId="{72322D61-1B5D-468A-9D60-792C919603CD}" dt="2026-07-03T15:43:29.765" v="310" actId="164"/>
          <ac:spMkLst>
            <pc:docMk/>
            <pc:sldMk cId="620975483" sldId="256"/>
            <ac:spMk id="98" creationId="{0BD34472-A3DD-4EF5-CC8B-4B7598100387}"/>
          </ac:spMkLst>
        </pc:spChg>
        <pc:spChg chg="add mod">
          <ac:chgData name="Jiaqi Liang" userId="cb0d2e1e-ba45-42ca-bc7e-1efa8936f35a" providerId="ADAL" clId="{72322D61-1B5D-468A-9D60-792C919603CD}" dt="2026-07-03T15:43:29.765" v="310" actId="164"/>
          <ac:spMkLst>
            <pc:docMk/>
            <pc:sldMk cId="620975483" sldId="256"/>
            <ac:spMk id="100" creationId="{5943C09D-93FC-F27C-3A12-D1DF69E3889F}"/>
          </ac:spMkLst>
        </pc:spChg>
        <pc:spChg chg="add mod">
          <ac:chgData name="Jiaqi Liang" userId="cb0d2e1e-ba45-42ca-bc7e-1efa8936f35a" providerId="ADAL" clId="{72322D61-1B5D-468A-9D60-792C919603CD}" dt="2026-07-03T15:42:10.919" v="296" actId="2711"/>
          <ac:spMkLst>
            <pc:docMk/>
            <pc:sldMk cId="620975483" sldId="256"/>
            <ac:spMk id="101" creationId="{7F0AD3B7-F00C-5793-5543-DADBF1449968}"/>
          </ac:spMkLst>
        </pc:spChg>
        <pc:spChg chg="mod">
          <ac:chgData name="Jiaqi Liang" userId="cb0d2e1e-ba45-42ca-bc7e-1efa8936f35a" providerId="ADAL" clId="{72322D61-1B5D-468A-9D60-792C919603CD}" dt="2026-07-03T15:42:10.919" v="296" actId="2711"/>
          <ac:spMkLst>
            <pc:docMk/>
            <pc:sldMk cId="620975483" sldId="256"/>
            <ac:spMk id="103" creationId="{4A4FF83E-75A4-A56C-BFCC-75E764921586}"/>
          </ac:spMkLst>
        </pc:spChg>
        <pc:spChg chg="mod">
          <ac:chgData name="Jiaqi Liang" userId="cb0d2e1e-ba45-42ca-bc7e-1efa8936f35a" providerId="ADAL" clId="{72322D61-1B5D-468A-9D60-792C919603CD}" dt="2026-07-03T15:42:10.919" v="296" actId="2711"/>
          <ac:spMkLst>
            <pc:docMk/>
            <pc:sldMk cId="620975483" sldId="256"/>
            <ac:spMk id="104" creationId="{69F7D83F-19C9-CD47-3CF5-2F510133D3EE}"/>
          </ac:spMkLst>
        </pc:spChg>
        <pc:spChg chg="mod">
          <ac:chgData name="Jiaqi Liang" userId="cb0d2e1e-ba45-42ca-bc7e-1efa8936f35a" providerId="ADAL" clId="{72322D61-1B5D-468A-9D60-792C919603CD}" dt="2026-07-03T15:42:10.919" v="296" actId="2711"/>
          <ac:spMkLst>
            <pc:docMk/>
            <pc:sldMk cId="620975483" sldId="256"/>
            <ac:spMk id="105" creationId="{AA4EA31B-A971-A8B5-F151-212EA57DA67A}"/>
          </ac:spMkLst>
        </pc:spChg>
        <pc:spChg chg="mod">
          <ac:chgData name="Jiaqi Liang" userId="cb0d2e1e-ba45-42ca-bc7e-1efa8936f35a" providerId="ADAL" clId="{72322D61-1B5D-468A-9D60-792C919603CD}" dt="2026-07-03T15:42:10.919" v="296" actId="2711"/>
          <ac:spMkLst>
            <pc:docMk/>
            <pc:sldMk cId="620975483" sldId="256"/>
            <ac:spMk id="107" creationId="{5F0D9889-72AF-EFC9-0726-78CBA1850A6A}"/>
          </ac:spMkLst>
        </pc:spChg>
        <pc:spChg chg="mod">
          <ac:chgData name="Jiaqi Liang" userId="cb0d2e1e-ba45-42ca-bc7e-1efa8936f35a" providerId="ADAL" clId="{72322D61-1B5D-468A-9D60-792C919603CD}" dt="2026-07-03T15:42:10.919" v="296" actId="2711"/>
          <ac:spMkLst>
            <pc:docMk/>
            <pc:sldMk cId="620975483" sldId="256"/>
            <ac:spMk id="108" creationId="{1898A275-0A77-200F-261C-18AA6A1D4C76}"/>
          </ac:spMkLst>
        </pc:spChg>
        <pc:spChg chg="mod">
          <ac:chgData name="Jiaqi Liang" userId="cb0d2e1e-ba45-42ca-bc7e-1efa8936f35a" providerId="ADAL" clId="{72322D61-1B5D-468A-9D60-792C919603CD}" dt="2026-07-03T15:42:10.919" v="296" actId="2711"/>
          <ac:spMkLst>
            <pc:docMk/>
            <pc:sldMk cId="620975483" sldId="256"/>
            <ac:spMk id="109" creationId="{8E5B302B-2BF8-3576-FBD7-44F7C51D14C0}"/>
          </ac:spMkLst>
        </pc:spChg>
        <pc:spChg chg="add mod">
          <ac:chgData name="Jiaqi Liang" userId="cb0d2e1e-ba45-42ca-bc7e-1efa8936f35a" providerId="ADAL" clId="{72322D61-1B5D-468A-9D60-792C919603CD}" dt="2026-07-03T15:42:10.919" v="296" actId="2711"/>
          <ac:spMkLst>
            <pc:docMk/>
            <pc:sldMk cId="620975483" sldId="256"/>
            <ac:spMk id="110" creationId="{6B233D1E-AB2F-C91E-D789-8D1C7D4A5D75}"/>
          </ac:spMkLst>
        </pc:spChg>
        <pc:grpChg chg="add mod">
          <ac:chgData name="Jiaqi Liang" userId="cb0d2e1e-ba45-42ca-bc7e-1efa8936f35a" providerId="ADAL" clId="{72322D61-1B5D-468A-9D60-792C919603CD}" dt="2026-07-03T15:43:27.678" v="309"/>
          <ac:grpSpMkLst>
            <pc:docMk/>
            <pc:sldMk cId="620975483" sldId="256"/>
            <ac:grpSpMk id="3" creationId="{8867953B-11D8-BC58-0D9E-224107C89C8B}"/>
          </ac:grpSpMkLst>
        </pc:grpChg>
        <pc:grpChg chg="add mod">
          <ac:chgData name="Jiaqi Liang" userId="cb0d2e1e-ba45-42ca-bc7e-1efa8936f35a" providerId="ADAL" clId="{72322D61-1B5D-468A-9D60-792C919603CD}" dt="2026-07-03T15:43:27.678" v="309"/>
          <ac:grpSpMkLst>
            <pc:docMk/>
            <pc:sldMk cId="620975483" sldId="256"/>
            <ac:grpSpMk id="4" creationId="{956FE247-F390-E385-0B11-A4AD2D0996A4}"/>
          </ac:grpSpMkLst>
        </pc:grpChg>
        <pc:grpChg chg="add del mod">
          <ac:chgData name="Jiaqi Liang" userId="cb0d2e1e-ba45-42ca-bc7e-1efa8936f35a" providerId="ADAL" clId="{72322D61-1B5D-468A-9D60-792C919603CD}" dt="2026-07-03T15:02:25.452" v="117" actId="478"/>
          <ac:grpSpMkLst>
            <pc:docMk/>
            <pc:sldMk cId="620975483" sldId="256"/>
            <ac:grpSpMk id="10" creationId="{3F8176BF-899E-12A8-2B66-B5F4AC05A9CE}"/>
          </ac:grpSpMkLst>
        </pc:grpChg>
        <pc:grpChg chg="add del mod topLvl">
          <ac:chgData name="Jiaqi Liang" userId="cb0d2e1e-ba45-42ca-bc7e-1efa8936f35a" providerId="ADAL" clId="{72322D61-1B5D-468A-9D60-792C919603CD}" dt="2026-07-03T15:01:50.351" v="88" actId="165"/>
          <ac:grpSpMkLst>
            <pc:docMk/>
            <pc:sldMk cId="620975483" sldId="256"/>
            <ac:grpSpMk id="13" creationId="{2162FA15-ABD7-9424-EFA0-89003769BAE9}"/>
          </ac:grpSpMkLst>
        </pc:grpChg>
        <pc:grpChg chg="add del mod">
          <ac:chgData name="Jiaqi Liang" userId="cb0d2e1e-ba45-42ca-bc7e-1efa8936f35a" providerId="ADAL" clId="{72322D61-1B5D-468A-9D60-792C919603CD}" dt="2026-07-03T15:01:48.118" v="87" actId="165"/>
          <ac:grpSpMkLst>
            <pc:docMk/>
            <pc:sldMk cId="620975483" sldId="256"/>
            <ac:grpSpMk id="29" creationId="{6B306F21-186D-0257-E853-12D066879A5C}"/>
          </ac:grpSpMkLst>
        </pc:grpChg>
        <pc:grpChg chg="add mod">
          <ac:chgData name="Jiaqi Liang" userId="cb0d2e1e-ba45-42ca-bc7e-1efa8936f35a" providerId="ADAL" clId="{72322D61-1B5D-468A-9D60-792C919603CD}" dt="2026-07-03T15:20:23.242" v="228" actId="164"/>
          <ac:grpSpMkLst>
            <pc:docMk/>
            <pc:sldMk cId="620975483" sldId="256"/>
            <ac:grpSpMk id="30" creationId="{8868EB86-203B-8D62-F9D8-E7E3F2CFF3E9}"/>
          </ac:grpSpMkLst>
        </pc:grpChg>
        <pc:grpChg chg="add del mod">
          <ac:chgData name="Jiaqi Liang" userId="cb0d2e1e-ba45-42ca-bc7e-1efa8936f35a" providerId="ADAL" clId="{72322D61-1B5D-468A-9D60-792C919603CD}" dt="2026-07-03T15:16:32.610" v="197" actId="478"/>
          <ac:grpSpMkLst>
            <pc:docMk/>
            <pc:sldMk cId="620975483" sldId="256"/>
            <ac:grpSpMk id="35" creationId="{1A00312A-57DD-8533-1874-80DE5185EC60}"/>
          </ac:grpSpMkLst>
        </pc:grpChg>
        <pc:grpChg chg="add del mod">
          <ac:chgData name="Jiaqi Liang" userId="cb0d2e1e-ba45-42ca-bc7e-1efa8936f35a" providerId="ADAL" clId="{72322D61-1B5D-468A-9D60-792C919603CD}" dt="2026-07-03T15:19:56.568" v="219" actId="478"/>
          <ac:grpSpMkLst>
            <pc:docMk/>
            <pc:sldMk cId="620975483" sldId="256"/>
            <ac:grpSpMk id="43" creationId="{2F7F865E-C897-B852-463C-D76C2172DC99}"/>
          </ac:grpSpMkLst>
        </pc:grpChg>
        <pc:grpChg chg="mod ord">
          <ac:chgData name="Jiaqi Liang" userId="cb0d2e1e-ba45-42ca-bc7e-1efa8936f35a" providerId="ADAL" clId="{72322D61-1B5D-468A-9D60-792C919603CD}" dt="2026-07-03T15:43:29.765" v="310" actId="164"/>
          <ac:grpSpMkLst>
            <pc:docMk/>
            <pc:sldMk cId="620975483" sldId="256"/>
            <ac:grpSpMk id="59" creationId="{410A1695-39D5-B818-686F-6553B9AABEDB}"/>
          </ac:grpSpMkLst>
        </pc:grpChg>
        <pc:grpChg chg="add mod">
          <ac:chgData name="Jiaqi Liang" userId="cb0d2e1e-ba45-42ca-bc7e-1efa8936f35a" providerId="ADAL" clId="{72322D61-1B5D-468A-9D60-792C919603CD}" dt="2026-07-03T15:43:29.765" v="310" actId="164"/>
          <ac:grpSpMkLst>
            <pc:docMk/>
            <pc:sldMk cId="620975483" sldId="256"/>
            <ac:grpSpMk id="67" creationId="{09590D68-B88D-CE34-C183-1E4FF0B49A02}"/>
          </ac:grpSpMkLst>
        </pc:grpChg>
        <pc:grpChg chg="add del mod ord">
          <ac:chgData name="Jiaqi Liang" userId="cb0d2e1e-ba45-42ca-bc7e-1efa8936f35a" providerId="ADAL" clId="{72322D61-1B5D-468A-9D60-792C919603CD}" dt="2026-07-03T15:36:08.062" v="241" actId="478"/>
          <ac:grpSpMkLst>
            <pc:docMk/>
            <pc:sldMk cId="620975483" sldId="256"/>
            <ac:grpSpMk id="68" creationId="{99A498B5-DC53-7F05-F6D2-DB396D54AAB3}"/>
          </ac:grpSpMkLst>
        </pc:grpChg>
        <pc:grpChg chg="add del mod ord">
          <ac:chgData name="Jiaqi Liang" userId="cb0d2e1e-ba45-42ca-bc7e-1efa8936f35a" providerId="ADAL" clId="{72322D61-1B5D-468A-9D60-792C919603CD}" dt="2026-07-03T15:38:17.664" v="258" actId="478"/>
          <ac:grpSpMkLst>
            <pc:docMk/>
            <pc:sldMk cId="620975483" sldId="256"/>
            <ac:grpSpMk id="72" creationId="{735470D0-0031-5B2C-DBDE-445B5434546F}"/>
          </ac:grpSpMkLst>
        </pc:grpChg>
        <pc:grpChg chg="add mod">
          <ac:chgData name="Jiaqi Liang" userId="cb0d2e1e-ba45-42ca-bc7e-1efa8936f35a" providerId="ADAL" clId="{72322D61-1B5D-468A-9D60-792C919603CD}" dt="2026-07-03T15:43:29.765" v="310" actId="164"/>
          <ac:grpSpMkLst>
            <pc:docMk/>
            <pc:sldMk cId="620975483" sldId="256"/>
            <ac:grpSpMk id="76" creationId="{E7B6E522-53A4-3D54-42D5-3C203E35FA86}"/>
          </ac:grpSpMkLst>
        </pc:grpChg>
        <pc:grpChg chg="add mod">
          <ac:chgData name="Jiaqi Liang" userId="cb0d2e1e-ba45-42ca-bc7e-1efa8936f35a" providerId="ADAL" clId="{72322D61-1B5D-468A-9D60-792C919603CD}" dt="2026-07-03T15:21:27.666" v="230" actId="1076"/>
          <ac:grpSpMkLst>
            <pc:docMk/>
            <pc:sldMk cId="620975483" sldId="256"/>
            <ac:grpSpMk id="84" creationId="{0598CD78-4383-86CD-3602-4759C0312B07}"/>
          </ac:grpSpMkLst>
        </pc:grpChg>
        <pc:grpChg chg="add mod ord">
          <ac:chgData name="Jiaqi Liang" userId="cb0d2e1e-ba45-42ca-bc7e-1efa8936f35a" providerId="ADAL" clId="{72322D61-1B5D-468A-9D60-792C919603CD}" dt="2026-07-03T15:38:12.775" v="256" actId="167"/>
          <ac:grpSpMkLst>
            <pc:docMk/>
            <pc:sldMk cId="620975483" sldId="256"/>
            <ac:grpSpMk id="87" creationId="{8D7DF060-EB71-35BC-4CA4-46D60F249153}"/>
          </ac:grpSpMkLst>
        </pc:grpChg>
        <pc:grpChg chg="add mod ord">
          <ac:chgData name="Jiaqi Liang" userId="cb0d2e1e-ba45-42ca-bc7e-1efa8936f35a" providerId="ADAL" clId="{72322D61-1B5D-468A-9D60-792C919603CD}" dt="2026-07-03T15:38:22.251" v="260" actId="167"/>
          <ac:grpSpMkLst>
            <pc:docMk/>
            <pc:sldMk cId="620975483" sldId="256"/>
            <ac:grpSpMk id="91" creationId="{59E37AB4-265F-B15F-0A00-C9D7681F4CE8}"/>
          </ac:grpSpMkLst>
        </pc:grpChg>
        <pc:grpChg chg="add mod">
          <ac:chgData name="Jiaqi Liang" userId="cb0d2e1e-ba45-42ca-bc7e-1efa8936f35a" providerId="ADAL" clId="{72322D61-1B5D-468A-9D60-792C919603CD}" dt="2026-07-03T15:41:57.462" v="292" actId="164"/>
          <ac:grpSpMkLst>
            <pc:docMk/>
            <pc:sldMk cId="620975483" sldId="256"/>
            <ac:grpSpMk id="102" creationId="{7AD42221-86CD-A0B0-FB53-2560A90DAFF2}"/>
          </ac:grpSpMkLst>
        </pc:grpChg>
        <pc:grpChg chg="add mod">
          <ac:chgData name="Jiaqi Liang" userId="cb0d2e1e-ba45-42ca-bc7e-1efa8936f35a" providerId="ADAL" clId="{72322D61-1B5D-468A-9D60-792C919603CD}" dt="2026-07-03T15:41:57.462" v="292" actId="164"/>
          <ac:grpSpMkLst>
            <pc:docMk/>
            <pc:sldMk cId="620975483" sldId="256"/>
            <ac:grpSpMk id="106" creationId="{635CCDC6-E9D8-0519-6846-91CED60D0123}"/>
          </ac:grpSpMkLst>
        </pc:grpChg>
        <pc:grpChg chg="add mod">
          <ac:chgData name="Jiaqi Liang" userId="cb0d2e1e-ba45-42ca-bc7e-1efa8936f35a" providerId="ADAL" clId="{72322D61-1B5D-468A-9D60-792C919603CD}" dt="2026-07-03T15:43:29.765" v="310" actId="164"/>
          <ac:grpSpMkLst>
            <pc:docMk/>
            <pc:sldMk cId="620975483" sldId="256"/>
            <ac:grpSpMk id="111" creationId="{B6B0E770-E173-6C5C-2329-48948633E9CD}"/>
          </ac:grpSpMkLst>
        </pc:grpChg>
        <pc:picChg chg="add del mod">
          <ac:chgData name="Jiaqi Liang" userId="cb0d2e1e-ba45-42ca-bc7e-1efa8936f35a" providerId="ADAL" clId="{72322D61-1B5D-468A-9D60-792C919603CD}" dt="2026-07-03T14:59:17.655" v="52" actId="478"/>
          <ac:picMkLst>
            <pc:docMk/>
            <pc:sldMk cId="620975483" sldId="256"/>
            <ac:picMk id="5" creationId="{9610524F-1F0F-9A92-8045-3FC4C67D3378}"/>
          </ac:picMkLst>
        </pc:picChg>
        <pc:picChg chg="add mod">
          <ac:chgData name="Jiaqi Liang" userId="cb0d2e1e-ba45-42ca-bc7e-1efa8936f35a" providerId="ADAL" clId="{72322D61-1B5D-468A-9D60-792C919603CD}" dt="2026-07-03T14:42:40.706" v="20" actId="164"/>
          <ac:picMkLst>
            <pc:docMk/>
            <pc:sldMk cId="620975483" sldId="256"/>
            <ac:picMk id="7" creationId="{97C217BC-34BE-1C7A-FC5D-C914C96084A9}"/>
          </ac:picMkLst>
        </pc:picChg>
        <pc:picChg chg="add mod">
          <ac:chgData name="Jiaqi Liang" userId="cb0d2e1e-ba45-42ca-bc7e-1efa8936f35a" providerId="ADAL" clId="{72322D61-1B5D-468A-9D60-792C919603CD}" dt="2026-07-03T14:42:40.706" v="20" actId="164"/>
          <ac:picMkLst>
            <pc:docMk/>
            <pc:sldMk cId="620975483" sldId="256"/>
            <ac:picMk id="9" creationId="{B3D65C3D-1783-33CF-DB3F-836511F32B60}"/>
          </ac:picMkLst>
        </pc:picChg>
        <pc:picChg chg="add del">
          <ac:chgData name="Jiaqi Liang" userId="cb0d2e1e-ba45-42ca-bc7e-1efa8936f35a" providerId="ADAL" clId="{72322D61-1B5D-468A-9D60-792C919603CD}" dt="2026-07-03T14:59:13.274" v="50" actId="22"/>
          <ac:picMkLst>
            <pc:docMk/>
            <pc:sldMk cId="620975483" sldId="256"/>
            <ac:picMk id="22" creationId="{73DACB07-D400-9375-B470-604EA030E6F2}"/>
          </ac:picMkLst>
        </pc:picChg>
        <pc:picChg chg="add del mod">
          <ac:chgData name="Jiaqi Liang" userId="cb0d2e1e-ba45-42ca-bc7e-1efa8936f35a" providerId="ADAL" clId="{72322D61-1B5D-468A-9D60-792C919603CD}" dt="2026-07-03T15:00:22.617" v="62" actId="478"/>
          <ac:picMkLst>
            <pc:docMk/>
            <pc:sldMk cId="620975483" sldId="256"/>
            <ac:picMk id="24" creationId="{2DD698FD-091B-975D-6820-AD3C3D8AA5F3}"/>
          </ac:picMkLst>
        </pc:picChg>
        <pc:picChg chg="add mod ord">
          <ac:chgData name="Jiaqi Liang" userId="cb0d2e1e-ba45-42ca-bc7e-1efa8936f35a" providerId="ADAL" clId="{72322D61-1B5D-468A-9D60-792C919603CD}" dt="2026-07-03T15:43:29.765" v="310" actId="164"/>
          <ac:picMkLst>
            <pc:docMk/>
            <pc:sldMk cId="620975483" sldId="256"/>
            <ac:picMk id="26" creationId="{5098D0CD-85EB-D4CF-EC9D-FEEEA9FE78B1}"/>
          </ac:picMkLst>
        </pc:picChg>
        <pc:picChg chg="add del mod">
          <ac:chgData name="Jiaqi Liang" userId="cb0d2e1e-ba45-42ca-bc7e-1efa8936f35a" providerId="ADAL" clId="{72322D61-1B5D-468A-9D60-792C919603CD}" dt="2026-07-03T15:43:29.765" v="310" actId="164"/>
          <ac:picMkLst>
            <pc:docMk/>
            <pc:sldMk cId="620975483" sldId="256"/>
            <ac:picMk id="32" creationId="{2BC6C54E-8F1A-0FF1-8FA3-7A8A34E394CB}"/>
          </ac:picMkLst>
        </pc:picChg>
        <pc:picChg chg="add mod">
          <ac:chgData name="Jiaqi Liang" userId="cb0d2e1e-ba45-42ca-bc7e-1efa8936f35a" providerId="ADAL" clId="{72322D61-1B5D-468A-9D60-792C919603CD}" dt="2026-07-03T15:43:29.765" v="310" actId="164"/>
          <ac:picMkLst>
            <pc:docMk/>
            <pc:sldMk cId="620975483" sldId="256"/>
            <ac:picMk id="34" creationId="{6D2E9521-026E-B4D0-F6E5-F7C1BD680CD1}"/>
          </ac:picMkLst>
        </pc:picChg>
      </pc:sldChg>
      <pc:sldChg chg="addSp delSp modSp new mod">
        <pc:chgData name="Jiaqi Liang" userId="cb0d2e1e-ba45-42ca-bc7e-1efa8936f35a" providerId="ADAL" clId="{72322D61-1B5D-468A-9D60-792C919603CD}" dt="2026-07-03T14:57:09.199" v="32" actId="165"/>
        <pc:sldMkLst>
          <pc:docMk/>
          <pc:sldMk cId="4106509158" sldId="257"/>
        </pc:sldMkLst>
        <pc:spChg chg="del">
          <ac:chgData name="Jiaqi Liang" userId="cb0d2e1e-ba45-42ca-bc7e-1efa8936f35a" providerId="ADAL" clId="{72322D61-1B5D-468A-9D60-792C919603CD}" dt="2026-07-03T14:57:05.071" v="31" actId="478"/>
          <ac:spMkLst>
            <pc:docMk/>
            <pc:sldMk cId="4106509158" sldId="257"/>
            <ac:spMk id="2" creationId="{015AD8D2-BC74-2D44-116B-5242EFB81A19}"/>
          </ac:spMkLst>
        </pc:spChg>
        <pc:spChg chg="del">
          <ac:chgData name="Jiaqi Liang" userId="cb0d2e1e-ba45-42ca-bc7e-1efa8936f35a" providerId="ADAL" clId="{72322D61-1B5D-468A-9D60-792C919603CD}" dt="2026-07-03T14:57:04.047" v="30" actId="478"/>
          <ac:spMkLst>
            <pc:docMk/>
            <pc:sldMk cId="4106509158" sldId="257"/>
            <ac:spMk id="3" creationId="{4B3C0546-9E96-216E-7095-7CCA140E423E}"/>
          </ac:spMkLst>
        </pc:spChg>
        <pc:spChg chg="add mod">
          <ac:chgData name="Jiaqi Liang" userId="cb0d2e1e-ba45-42ca-bc7e-1efa8936f35a" providerId="ADAL" clId="{72322D61-1B5D-468A-9D60-792C919603CD}" dt="2026-07-03T14:56:31.441" v="29" actId="1076"/>
          <ac:spMkLst>
            <pc:docMk/>
            <pc:sldMk cId="4106509158" sldId="257"/>
            <ac:spMk id="4" creationId="{3997F94C-DAC3-E9C9-4B44-C45E917C7BE8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21" creationId="{F88780F8-E6A4-21AC-2CBE-923BE042C1E9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22" creationId="{C6CBFD51-859F-044D-B943-E70A9C6C060D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24" creationId="{414EBD30-D7C3-FDD0-D8FD-399329A517BA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26" creationId="{2E4B3022-F6AC-126A-951F-6CA4449555B2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27" creationId="{A6DDB337-460C-B324-D55A-61018F365332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30" creationId="{BE3B021F-E9F5-7A8E-92E1-F9187BF6E85B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32" creationId="{0B9BB1D8-BBF4-DEA9-8AC4-7D4C72B86B14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33" creationId="{3503EBF0-5722-3276-21EF-3AC002481AFD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41" creationId="{BBC7D7AB-A4DF-CD79-2E10-E0D2022C9DF8}"/>
          </ac:spMkLst>
        </pc:spChg>
        <pc:spChg chg="mod">
          <ac:chgData name="Jiaqi Liang" userId="cb0d2e1e-ba45-42ca-bc7e-1efa8936f35a" providerId="ADAL" clId="{72322D61-1B5D-468A-9D60-792C919603CD}" dt="2026-07-03T14:57:09.199" v="32" actId="165"/>
          <ac:spMkLst>
            <pc:docMk/>
            <pc:sldMk cId="4106509158" sldId="257"/>
            <ac:spMk id="45" creationId="{9B9FD000-88FF-43AA-A3A1-B55A0B407FE5}"/>
          </ac:spMkLst>
        </pc:spChg>
        <pc:grpChg chg="mod">
          <ac:chgData name="Jiaqi Liang" userId="cb0d2e1e-ba45-42ca-bc7e-1efa8936f35a" providerId="ADAL" clId="{72322D61-1B5D-468A-9D60-792C919603CD}" dt="2026-07-03T14:56:31.441" v="29" actId="1076"/>
          <ac:grpSpMkLst>
            <pc:docMk/>
            <pc:sldMk cId="4106509158" sldId="257"/>
            <ac:grpSpMk id="5" creationId="{F339E47C-6073-CE5C-9B4C-355DB76DD546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6EE624-B9F0-41BB-BB4E-97902D9C20A7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6BB31A-1568-4CD1-BE99-39BCCBA8C3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425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6BB31A-1568-4CD1-BE99-39BCCBA8C34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406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73C89-BDC6-7C7A-A5BA-742505DFF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5CA7AA-C1B4-E12E-140C-4A2162C862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4B4D05-F836-6D0B-8F82-B5DB06AEE3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8E3C20-E036-4855-1475-8AAEAEC47B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6BB31A-1568-4CD1-BE99-39BCCBA8C34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9661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6BB31A-1568-4CD1-BE99-39BCCBA8C34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2838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48144-FD92-C072-CB71-FF507F2D21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C09D2D-E323-7847-F5DB-71807297D6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044057-29EE-EA85-B596-3274EFFEC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33A4C0-2C91-C874-3EA2-152503D1C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D5B9D-A1BC-0520-67B3-FFAFC70FA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276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5CB9A-7162-F553-3682-0A36880C0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AEDF3D-F68F-4449-A721-E38DEED416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731C5B-DC79-AE57-A16C-AC5EAC6288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69A22F-FD8B-D3A9-57A9-D0E462D3B6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0F1EA7-F650-D682-0674-A4F7BB116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19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2D4D9-3F0B-4F67-535E-CDFFE98CF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565B7A-E81D-2EEC-25AE-5B180A6CAC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660236-7D72-B8FD-3449-A86A6C557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29E469-3316-4A5F-6402-5AB220DE8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47B3F-953C-CA23-0F1F-8587CF3CC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60160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871E88-37EE-D91F-10BD-D92D91104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0F5AE1-B116-BDDA-FABD-8F884566C4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282A6C-DCC1-9840-5C8F-C6D2C5F6D9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334593-7A3B-24F6-952C-AE6432BC1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AE967C-B37B-7A78-C79B-4938FD379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8A1CF8-2492-E2D2-6054-4560B414E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784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FC6D3-E9C5-44FF-EF81-247B14DD06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E49F4D-AE29-BE5F-E412-F1FA4BD6D1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62EB50-D88C-4913-BC59-F96344B609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657457-7F06-2E5A-DA53-43182D2410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DCC180-98AA-F87D-FB7D-EA4AA915CC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9A9B43E-29C4-81F9-1BD0-60B7650F6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616DB36-AB48-3739-ECBB-2D370BE82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9762291-EF89-6812-B733-6F0DD8C6D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152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8AAD5-EF1E-169C-E2B3-85073B78A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2D1B3D-D5ED-2128-398B-F44C882BA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E820B4-4D29-1997-B598-9B5DA8ABD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0B9ECC-485E-6405-BEB0-1A0C733F1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075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98F693-4D14-1006-C690-661EC1BBE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CF6790-63DE-240F-72F6-37F47F5D1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EC3F64-0909-ACAE-903D-545F24991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6509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07957-05C8-2DEE-FE1C-418460708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E2596-28FB-6DD6-50AC-FB41573E42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A328B7-468E-CF9F-A834-86A81B7944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215DF1-28B5-B6DF-164F-633E8CF95E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AB9F4D-ADE5-E729-EFAE-B872A4CB2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931B5F-E201-2FE1-A626-39B71A640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901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4BFDF-FF5F-52AC-42C2-A3F1A1A3B5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03C757-5056-80A2-FB92-AE2ECD39E2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352404-F699-AC37-0AE1-E37EDBD609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4459E5-B4CC-1044-D725-2863891EF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2A838E-0996-F3E6-0C9C-9D7487366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FE3298-0073-6033-8B7E-66DA3BAC2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9093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3D9D1-6F76-8964-3A7E-69A40A4EE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8F3129-DACC-F879-05CE-1AB6AF3CAD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E3B67-F27E-4125-5CB8-24A4B0F3B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C0FA2C-AE4D-52DD-3428-EB18C70FA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8DD8F7-9FA2-4616-AC95-D101E140B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951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303719-C69E-9B0E-3100-CBD36FF2F9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4DD632-0D7F-F134-5D54-FFD463E8CA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CA9178-EEAF-B95A-AE86-BA0893C029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77E52-7FB3-4160-B2FF-FC214D695529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7794C-3A65-95C9-263F-24C63D03E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A39AEB-F2BF-EF9A-9FD7-18E9A89CF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6007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93092D-F0F1-F09C-A52D-54CE391FA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5EE052-F62B-0219-5F8E-97605DEA32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57A17E-5549-E2C0-3577-5EFBA9A791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277E52-7FB3-4160-B2FF-FC214D695529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EF458B-AB87-47C8-1C9A-3E639AC5E9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953D4B-0CA7-5B6B-61C7-2273483F36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25508B-1BCB-4118-9CC0-4083E9F88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397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00.png"/><Relationship Id="rId18" Type="http://schemas.openxmlformats.org/officeDocument/2006/relationships/image" Target="../media/image15.png"/><Relationship Id="rId26" Type="http://schemas.openxmlformats.org/officeDocument/2006/relationships/image" Target="../media/image22.png"/><Relationship Id="rId3" Type="http://schemas.openxmlformats.org/officeDocument/2006/relationships/image" Target="../media/image1.png"/><Relationship Id="rId21" Type="http://schemas.openxmlformats.org/officeDocument/2006/relationships/image" Target="../media/image18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4.png"/><Relationship Id="rId25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24" Type="http://schemas.openxmlformats.org/officeDocument/2006/relationships/image" Target="../media/image20.png"/><Relationship Id="rId5" Type="http://schemas.openxmlformats.org/officeDocument/2006/relationships/image" Target="../media/image3.png"/><Relationship Id="rId15" Type="http://schemas.openxmlformats.org/officeDocument/2006/relationships/image" Target="../media/image12.png"/><Relationship Id="rId23" Type="http://schemas.openxmlformats.org/officeDocument/2006/relationships/image" Target="../media/image19.png"/><Relationship Id="rId28" Type="http://schemas.openxmlformats.org/officeDocument/2006/relationships/image" Target="../media/image3.svg"/><Relationship Id="rId10" Type="http://schemas.openxmlformats.org/officeDocument/2006/relationships/image" Target="../media/image1.svg"/><Relationship Id="rId19" Type="http://schemas.openxmlformats.org/officeDocument/2006/relationships/image" Target="../media/image2.sv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1.png"/><Relationship Id="rId22" Type="http://schemas.openxmlformats.org/officeDocument/2006/relationships/image" Target="../media/image180.png"/><Relationship Id="rId27" Type="http://schemas.openxmlformats.org/officeDocument/2006/relationships/image" Target="../media/image2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18" Type="http://schemas.openxmlformats.org/officeDocument/2006/relationships/image" Target="../media/image35.png"/><Relationship Id="rId26" Type="http://schemas.openxmlformats.org/officeDocument/2006/relationships/image" Target="../media/image43.png"/><Relationship Id="rId3" Type="http://schemas.openxmlformats.org/officeDocument/2006/relationships/image" Target="../media/image8.png"/><Relationship Id="rId21" Type="http://schemas.openxmlformats.org/officeDocument/2006/relationships/image" Target="../media/image38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17" Type="http://schemas.openxmlformats.org/officeDocument/2006/relationships/image" Target="../media/image34.png"/><Relationship Id="rId25" Type="http://schemas.openxmlformats.org/officeDocument/2006/relationships/image" Target="../media/image42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33.png"/><Relationship Id="rId20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28.png"/><Relationship Id="rId24" Type="http://schemas.openxmlformats.org/officeDocument/2006/relationships/image" Target="../media/image41.png"/><Relationship Id="rId5" Type="http://schemas.openxmlformats.org/officeDocument/2006/relationships/image" Target="../media/image16.png"/><Relationship Id="rId15" Type="http://schemas.openxmlformats.org/officeDocument/2006/relationships/image" Target="../media/image32.png"/><Relationship Id="rId23" Type="http://schemas.openxmlformats.org/officeDocument/2006/relationships/image" Target="../media/image40.png"/><Relationship Id="rId10" Type="http://schemas.openxmlformats.org/officeDocument/2006/relationships/image" Target="../media/image27.png"/><Relationship Id="rId19" Type="http://schemas.openxmlformats.org/officeDocument/2006/relationships/image" Target="../media/image36.png"/><Relationship Id="rId4" Type="http://schemas.openxmlformats.org/officeDocument/2006/relationships/image" Target="../media/image9.png"/><Relationship Id="rId9" Type="http://schemas.openxmlformats.org/officeDocument/2006/relationships/image" Target="../media/image26.png"/><Relationship Id="rId14" Type="http://schemas.openxmlformats.org/officeDocument/2006/relationships/image" Target="../media/image31.png"/><Relationship Id="rId22" Type="http://schemas.openxmlformats.org/officeDocument/2006/relationships/image" Target="../media/image39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2" name="Group 291">
            <a:extLst>
              <a:ext uri="{FF2B5EF4-FFF2-40B4-BE49-F238E27FC236}">
                <a16:creationId xmlns:a16="http://schemas.microsoft.com/office/drawing/2014/main" id="{48BC0E47-65C7-FA10-6E29-3C43CA920180}"/>
              </a:ext>
            </a:extLst>
          </p:cNvPr>
          <p:cNvGrpSpPr/>
          <p:nvPr/>
        </p:nvGrpSpPr>
        <p:grpSpPr>
          <a:xfrm>
            <a:off x="114954" y="798266"/>
            <a:ext cx="12176969" cy="5131313"/>
            <a:chOff x="114954" y="798266"/>
            <a:chExt cx="12176969" cy="5131313"/>
          </a:xfrm>
        </p:grpSpPr>
        <p:grpSp>
          <p:nvGrpSpPr>
            <p:cNvPr id="288" name="Group 287">
              <a:extLst>
                <a:ext uri="{FF2B5EF4-FFF2-40B4-BE49-F238E27FC236}">
                  <a16:creationId xmlns:a16="http://schemas.microsoft.com/office/drawing/2014/main" id="{F22ABB5A-2998-783D-6503-CB86456985B4}"/>
                </a:ext>
              </a:extLst>
            </p:cNvPr>
            <p:cNvGrpSpPr/>
            <p:nvPr/>
          </p:nvGrpSpPr>
          <p:grpSpPr>
            <a:xfrm>
              <a:off x="3747182" y="5560247"/>
              <a:ext cx="4697637" cy="369332"/>
              <a:chOff x="4094033" y="5560247"/>
              <a:chExt cx="4697637" cy="369332"/>
            </a:xfrm>
          </p:grpSpPr>
          <p:sp>
            <p:nvSpPr>
              <p:cNvPr id="101" name="文本框 27">
                <a:extLst>
                  <a:ext uri="{FF2B5EF4-FFF2-40B4-BE49-F238E27FC236}">
                    <a16:creationId xmlns:a16="http://schemas.microsoft.com/office/drawing/2014/main" id="{7F0AD3B7-F00C-5793-5543-DADBF1449968}"/>
                  </a:ext>
                </a:extLst>
              </p:cNvPr>
              <p:cNvSpPr txBox="1"/>
              <p:nvPr/>
            </p:nvSpPr>
            <p:spPr>
              <a:xfrm>
                <a:off x="5256515" y="5560247"/>
                <a:ext cx="1144471" cy="36933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en-US" altLang="zh-CN" dirty="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2016</a:t>
                </a:r>
              </a:p>
            </p:txBody>
          </p:sp>
          <p:grpSp>
            <p:nvGrpSpPr>
              <p:cNvPr id="102" name="组合 30">
                <a:extLst>
                  <a:ext uri="{FF2B5EF4-FFF2-40B4-BE49-F238E27FC236}">
                    <a16:creationId xmlns:a16="http://schemas.microsoft.com/office/drawing/2014/main" id="{7AD42221-86CD-A0B0-FB53-2560A90DAFF2}"/>
                  </a:ext>
                </a:extLst>
              </p:cNvPr>
              <p:cNvGrpSpPr/>
              <p:nvPr/>
            </p:nvGrpSpPr>
            <p:grpSpPr>
              <a:xfrm>
                <a:off x="4094033" y="5608299"/>
                <a:ext cx="1364859" cy="273229"/>
                <a:chOff x="6153" y="11442"/>
                <a:chExt cx="1740" cy="348"/>
              </a:xfrm>
            </p:grpSpPr>
            <p:sp>
              <p:nvSpPr>
                <p:cNvPr id="103" name="圆角矩形 3">
                  <a:extLst>
                    <a:ext uri="{FF2B5EF4-FFF2-40B4-BE49-F238E27FC236}">
                      <a16:creationId xmlns:a16="http://schemas.microsoft.com/office/drawing/2014/main" id="{4A4FF83E-75A4-A56C-BFCC-75E764921586}"/>
                    </a:ext>
                  </a:extLst>
                </p:cNvPr>
                <p:cNvSpPr/>
                <p:nvPr/>
              </p:nvSpPr>
              <p:spPr>
                <a:xfrm>
                  <a:off x="6153" y="11442"/>
                  <a:ext cx="536" cy="348"/>
                </a:xfrm>
                <a:prstGeom prst="roundRect">
                  <a:avLst/>
                </a:prstGeom>
                <a:solidFill>
                  <a:srgbClr val="E85748">
                    <a:alpha val="70000"/>
                  </a:srgbClr>
                </a:solidFill>
                <a:ln w="19050"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4" name="圆角矩形 28">
                  <a:extLst>
                    <a:ext uri="{FF2B5EF4-FFF2-40B4-BE49-F238E27FC236}">
                      <a16:creationId xmlns:a16="http://schemas.microsoft.com/office/drawing/2014/main" id="{69F7D83F-19C9-CD47-3CF5-2F510133D3EE}"/>
                    </a:ext>
                  </a:extLst>
                </p:cNvPr>
                <p:cNvSpPr/>
                <p:nvPr/>
              </p:nvSpPr>
              <p:spPr>
                <a:xfrm>
                  <a:off x="6761" y="11442"/>
                  <a:ext cx="530" cy="338"/>
                </a:xfrm>
                <a:prstGeom prst="roundRect">
                  <a:avLst/>
                </a:prstGeom>
                <a:solidFill>
                  <a:srgbClr val="F39F1B">
                    <a:alpha val="70000"/>
                  </a:srgbClr>
                </a:solidFill>
                <a:ln w="19050"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5" name="圆角矩形 29">
                  <a:extLst>
                    <a:ext uri="{FF2B5EF4-FFF2-40B4-BE49-F238E27FC236}">
                      <a16:creationId xmlns:a16="http://schemas.microsoft.com/office/drawing/2014/main" id="{AA4EA31B-A971-A8B5-F151-212EA57DA67A}"/>
                    </a:ext>
                  </a:extLst>
                </p:cNvPr>
                <p:cNvSpPr/>
                <p:nvPr/>
              </p:nvSpPr>
              <p:spPr>
                <a:xfrm>
                  <a:off x="7363" y="11442"/>
                  <a:ext cx="530" cy="338"/>
                </a:xfrm>
                <a:prstGeom prst="roundRect">
                  <a:avLst/>
                </a:prstGeom>
                <a:solidFill>
                  <a:srgbClr val="47A2DE">
                    <a:alpha val="70000"/>
                  </a:srgbClr>
                </a:solidFill>
                <a:ln w="19050"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106" name="组合 39">
                <a:extLst>
                  <a:ext uri="{FF2B5EF4-FFF2-40B4-BE49-F238E27FC236}">
                    <a16:creationId xmlns:a16="http://schemas.microsoft.com/office/drawing/2014/main" id="{635CCDC6-E9D8-0519-6846-91CED60D0123}"/>
                  </a:ext>
                </a:extLst>
              </p:cNvPr>
              <p:cNvGrpSpPr/>
              <p:nvPr/>
            </p:nvGrpSpPr>
            <p:grpSpPr>
              <a:xfrm>
                <a:off x="6446909" y="5608299"/>
                <a:ext cx="1407390" cy="273229"/>
                <a:chOff x="5151" y="11234"/>
                <a:chExt cx="1795" cy="348"/>
              </a:xfrm>
            </p:grpSpPr>
            <p:sp>
              <p:nvSpPr>
                <p:cNvPr id="107" name="圆角矩形 40">
                  <a:extLst>
                    <a:ext uri="{FF2B5EF4-FFF2-40B4-BE49-F238E27FC236}">
                      <a16:creationId xmlns:a16="http://schemas.microsoft.com/office/drawing/2014/main" id="{5F0D9889-72AF-EFC9-0726-78CBA1850A6A}"/>
                    </a:ext>
                  </a:extLst>
                </p:cNvPr>
                <p:cNvSpPr/>
                <p:nvPr/>
              </p:nvSpPr>
              <p:spPr>
                <a:xfrm>
                  <a:off x="5151" y="11234"/>
                  <a:ext cx="536" cy="348"/>
                </a:xfrm>
                <a:prstGeom prst="roundRect">
                  <a:avLst/>
                </a:prstGeom>
                <a:noFill/>
                <a:ln w="19050">
                  <a:solidFill>
                    <a:srgbClr val="E85748"/>
                  </a:solidFill>
                  <a:prstDash val="sysDash"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rgbClr val="47A2DE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8" name="圆角矩形 41">
                  <a:extLst>
                    <a:ext uri="{FF2B5EF4-FFF2-40B4-BE49-F238E27FC236}">
                      <a16:creationId xmlns:a16="http://schemas.microsoft.com/office/drawing/2014/main" id="{1898A275-0A77-200F-261C-18AA6A1D4C76}"/>
                    </a:ext>
                  </a:extLst>
                </p:cNvPr>
                <p:cNvSpPr/>
                <p:nvPr/>
              </p:nvSpPr>
              <p:spPr>
                <a:xfrm>
                  <a:off x="5787" y="11234"/>
                  <a:ext cx="530" cy="338"/>
                </a:xfrm>
                <a:prstGeom prst="roundRect">
                  <a:avLst/>
                </a:prstGeom>
                <a:noFill/>
                <a:ln w="19050">
                  <a:solidFill>
                    <a:srgbClr val="F39F1B"/>
                  </a:solidFill>
                  <a:prstDash val="sysDash"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9" name="圆角矩形 42">
                  <a:extLst>
                    <a:ext uri="{FF2B5EF4-FFF2-40B4-BE49-F238E27FC236}">
                      <a16:creationId xmlns:a16="http://schemas.microsoft.com/office/drawing/2014/main" id="{8E5B302B-2BF8-3576-FBD7-44F7C51D14C0}"/>
                    </a:ext>
                  </a:extLst>
                </p:cNvPr>
                <p:cNvSpPr/>
                <p:nvPr/>
              </p:nvSpPr>
              <p:spPr>
                <a:xfrm>
                  <a:off x="6416" y="11234"/>
                  <a:ext cx="530" cy="338"/>
                </a:xfrm>
                <a:prstGeom prst="roundRect">
                  <a:avLst/>
                </a:prstGeom>
                <a:noFill/>
                <a:ln w="19050">
                  <a:solidFill>
                    <a:srgbClr val="47A2DE"/>
                  </a:solidFill>
                  <a:prstDash val="sysDash"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10" name="文本框 45">
                <a:extLst>
                  <a:ext uri="{FF2B5EF4-FFF2-40B4-BE49-F238E27FC236}">
                    <a16:creationId xmlns:a16="http://schemas.microsoft.com/office/drawing/2014/main" id="{6B233D1E-AB2F-C91E-D789-8D1C7D4A5D75}"/>
                  </a:ext>
                </a:extLst>
              </p:cNvPr>
              <p:cNvSpPr txBox="1"/>
              <p:nvPr/>
            </p:nvSpPr>
            <p:spPr>
              <a:xfrm>
                <a:off x="7647199" y="5560247"/>
                <a:ext cx="1144471" cy="36933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en-US" altLang="zh-CN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2023</a:t>
                </a:r>
              </a:p>
            </p:txBody>
          </p:sp>
        </p:grpSp>
        <p:grpSp>
          <p:nvGrpSpPr>
            <p:cNvPr id="289" name="Group 288">
              <a:extLst>
                <a:ext uri="{FF2B5EF4-FFF2-40B4-BE49-F238E27FC236}">
                  <a16:creationId xmlns:a16="http://schemas.microsoft.com/office/drawing/2014/main" id="{2CC571A2-29C4-2455-BC38-D6C8B1369C6A}"/>
                </a:ext>
              </a:extLst>
            </p:cNvPr>
            <p:cNvGrpSpPr/>
            <p:nvPr/>
          </p:nvGrpSpPr>
          <p:grpSpPr>
            <a:xfrm>
              <a:off x="114954" y="798266"/>
              <a:ext cx="4007289" cy="4565994"/>
              <a:chOff x="-114026" y="798266"/>
              <a:chExt cx="4007289" cy="4565994"/>
            </a:xfrm>
          </p:grpSpPr>
          <p:sp>
            <p:nvSpPr>
              <p:cNvPr id="96" name="文本框 24">
                <a:extLst>
                  <a:ext uri="{FF2B5EF4-FFF2-40B4-BE49-F238E27FC236}">
                    <a16:creationId xmlns:a16="http://schemas.microsoft.com/office/drawing/2014/main" id="{1500D363-0699-3610-1ECF-5F93C6F4821F}"/>
                  </a:ext>
                </a:extLst>
              </p:cNvPr>
              <p:cNvSpPr txBox="1"/>
              <p:nvPr/>
            </p:nvSpPr>
            <p:spPr>
              <a:xfrm>
                <a:off x="1074900" y="798266"/>
                <a:ext cx="15933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rgbClr val="E85748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Africa</a:t>
                </a:r>
              </a:p>
            </p:txBody>
          </p:sp>
          <p:grpSp>
            <p:nvGrpSpPr>
              <p:cNvPr id="144" name="Group 143">
                <a:extLst>
                  <a:ext uri="{FF2B5EF4-FFF2-40B4-BE49-F238E27FC236}">
                    <a16:creationId xmlns:a16="http://schemas.microsoft.com/office/drawing/2014/main" id="{93F02B2A-B84C-56FE-4B21-3830DC5E33C8}"/>
                  </a:ext>
                </a:extLst>
              </p:cNvPr>
              <p:cNvGrpSpPr/>
              <p:nvPr/>
            </p:nvGrpSpPr>
            <p:grpSpPr>
              <a:xfrm>
                <a:off x="-114026" y="1336717"/>
                <a:ext cx="4007289" cy="4027543"/>
                <a:chOff x="445723" y="1232543"/>
                <a:chExt cx="4007289" cy="4027543"/>
              </a:xfrm>
            </p:grpSpPr>
            <p:sp>
              <p:nvSpPr>
                <p:cNvPr id="8" name="Partial Circle 7">
                  <a:extLst>
                    <a:ext uri="{FF2B5EF4-FFF2-40B4-BE49-F238E27FC236}">
                      <a16:creationId xmlns:a16="http://schemas.microsoft.com/office/drawing/2014/main" id="{92AE3274-4DB4-F763-BD1E-8CC77B9D7504}"/>
                    </a:ext>
                  </a:extLst>
                </p:cNvPr>
                <p:cNvSpPr/>
                <p:nvPr/>
              </p:nvSpPr>
              <p:spPr>
                <a:xfrm>
                  <a:off x="613962" y="1368091"/>
                  <a:ext cx="3657600" cy="3657600"/>
                </a:xfrm>
                <a:prstGeom prst="pie">
                  <a:avLst>
                    <a:gd name="adj1" fmla="val 17242230"/>
                    <a:gd name="adj2" fmla="val 21313"/>
                  </a:avLst>
                </a:prstGeom>
                <a:solidFill>
                  <a:srgbClr val="A79ADF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5" name="Partial Circle 54">
                  <a:extLst>
                    <a:ext uri="{FF2B5EF4-FFF2-40B4-BE49-F238E27FC236}">
                      <a16:creationId xmlns:a16="http://schemas.microsoft.com/office/drawing/2014/main" id="{855240E7-6DC1-8BC9-0C6E-0B40903E6A87}"/>
                    </a:ext>
                  </a:extLst>
                </p:cNvPr>
                <p:cNvSpPr/>
                <p:nvPr/>
              </p:nvSpPr>
              <p:spPr>
                <a:xfrm>
                  <a:off x="602759" y="1369023"/>
                  <a:ext cx="3657600" cy="3657600"/>
                </a:xfrm>
                <a:prstGeom prst="pie">
                  <a:avLst>
                    <a:gd name="adj1" fmla="val 10761800"/>
                    <a:gd name="adj2" fmla="val 15143024"/>
                  </a:avLst>
                </a:prstGeom>
                <a:solidFill>
                  <a:srgbClr val="B0DF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" name="Partial Circle 52">
                  <a:extLst>
                    <a:ext uri="{FF2B5EF4-FFF2-40B4-BE49-F238E27FC236}">
                      <a16:creationId xmlns:a16="http://schemas.microsoft.com/office/drawing/2014/main" id="{A5E5543F-C3BB-E97E-3C8F-DE3BE6D77335}"/>
                    </a:ext>
                  </a:extLst>
                </p:cNvPr>
                <p:cNvSpPr/>
                <p:nvPr/>
              </p:nvSpPr>
              <p:spPr>
                <a:xfrm>
                  <a:off x="826871" y="1601122"/>
                  <a:ext cx="3200400" cy="3200400"/>
                </a:xfrm>
                <a:prstGeom prst="pie">
                  <a:avLst>
                    <a:gd name="adj1" fmla="val 17267760"/>
                    <a:gd name="adj2" fmla="val 6512"/>
                  </a:avLst>
                </a:prstGeom>
                <a:solidFill>
                  <a:srgbClr val="A79ADF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1" name="Partial Circle 50">
                  <a:extLst>
                    <a:ext uri="{FF2B5EF4-FFF2-40B4-BE49-F238E27FC236}">
                      <a16:creationId xmlns:a16="http://schemas.microsoft.com/office/drawing/2014/main" id="{9ACDBCBA-FC4C-71D9-FA5A-86B20885978E}"/>
                    </a:ext>
                  </a:extLst>
                </p:cNvPr>
                <p:cNvSpPr/>
                <p:nvPr/>
              </p:nvSpPr>
              <p:spPr>
                <a:xfrm>
                  <a:off x="600841" y="1386003"/>
                  <a:ext cx="3657600" cy="3657600"/>
                </a:xfrm>
                <a:prstGeom prst="pie">
                  <a:avLst>
                    <a:gd name="adj1" fmla="val 2118224"/>
                    <a:gd name="adj2" fmla="val 8689523"/>
                  </a:avLst>
                </a:prstGeom>
                <a:solidFill>
                  <a:srgbClr val="DFCA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rgbClr val="00F5D4"/>
                    </a:solidFill>
                  </a:endParaRPr>
                </a:p>
              </p:txBody>
            </p:sp>
            <p:grpSp>
              <p:nvGrpSpPr>
                <p:cNvPr id="30" name="Group 29">
                  <a:extLst>
                    <a:ext uri="{FF2B5EF4-FFF2-40B4-BE49-F238E27FC236}">
                      <a16:creationId xmlns:a16="http://schemas.microsoft.com/office/drawing/2014/main" id="{8868EB86-203B-8D62-F9D8-E7E3F2CFF3E9}"/>
                    </a:ext>
                  </a:extLst>
                </p:cNvPr>
                <p:cNvGrpSpPr/>
                <p:nvPr/>
              </p:nvGrpSpPr>
              <p:grpSpPr>
                <a:xfrm>
                  <a:off x="445723" y="1232543"/>
                  <a:ext cx="4007289" cy="4027543"/>
                  <a:chOff x="325572" y="1263648"/>
                  <a:chExt cx="4045980" cy="4003182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5" name="文本框 14">
                        <a:extLst>
                          <a:ext uri="{FF2B5EF4-FFF2-40B4-BE49-F238E27FC236}">
                            <a16:creationId xmlns:a16="http://schemas.microsoft.com/office/drawing/2014/main" id="{13B50F15-B561-6016-9F03-3F8A8E31724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65170" y="2349105"/>
                        <a:ext cx="306382" cy="39642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𝛽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5" name="文本框 14">
                        <a:extLst>
                          <a:ext uri="{FF2B5EF4-FFF2-40B4-BE49-F238E27FC236}">
                            <a16:creationId xmlns:a16="http://schemas.microsoft.com/office/drawing/2014/main" id="{13B50F15-B561-6016-9F03-3F8A8E31724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065170" y="2349105"/>
                        <a:ext cx="306382" cy="396425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 l="-24000" r="-4000" b="-1666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6" name="文本框 21">
                        <a:extLst>
                          <a:ext uri="{FF2B5EF4-FFF2-40B4-BE49-F238E27FC236}">
                            <a16:creationId xmlns:a16="http://schemas.microsoft.com/office/drawing/2014/main" id="{5C6AA150-0D54-63C1-869A-0B7E015DC90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80377" y="1263648"/>
                        <a:ext cx="641384" cy="41462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00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zh-CN" altLang="en-US" sz="200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𝜅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6" name="文本框 21">
                        <a:extLst>
                          <a:ext uri="{FF2B5EF4-FFF2-40B4-BE49-F238E27FC236}">
                            <a16:creationId xmlns:a16="http://schemas.microsoft.com/office/drawing/2014/main" id="{5C6AA150-0D54-63C1-869A-0B7E015DC90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80377" y="1263648"/>
                        <a:ext cx="641384" cy="414627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b="-579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7" name="文本框 22">
                        <a:extLst>
                          <a:ext uri="{FF2B5EF4-FFF2-40B4-BE49-F238E27FC236}">
                            <a16:creationId xmlns:a16="http://schemas.microsoft.com/office/drawing/2014/main" id="{E8C11909-B065-A67C-21FC-1E677E5A3E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25572" y="2329605"/>
                        <a:ext cx="262815" cy="36932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𝛿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7" name="文本框 22">
                        <a:extLst>
                          <a:ext uri="{FF2B5EF4-FFF2-40B4-BE49-F238E27FC236}">
                            <a16:creationId xmlns:a16="http://schemas.microsoft.com/office/drawing/2014/main" id="{E8C11909-B065-A67C-21FC-1E677E5A3ED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25572" y="2329605"/>
                        <a:ext cx="262815" cy="369327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l="-23256" b="-491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8" name="文本框 6">
                        <a:extLst>
                          <a:ext uri="{FF2B5EF4-FFF2-40B4-BE49-F238E27FC236}">
                            <a16:creationId xmlns:a16="http://schemas.microsoft.com/office/drawing/2014/main" id="{3178490A-22AC-C9C5-E8E5-DFC0001AB42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31763" y="4546812"/>
                        <a:ext cx="306382" cy="2565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𝐴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8" name="文本框 6">
                        <a:extLst>
                          <a:ext uri="{FF2B5EF4-FFF2-40B4-BE49-F238E27FC236}">
                            <a16:creationId xmlns:a16="http://schemas.microsoft.com/office/drawing/2014/main" id="{3178490A-22AC-C9C5-E8E5-DFC0001AB42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31763" y="4546812"/>
                        <a:ext cx="306382" cy="256543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l="-16000" b="-50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9" name="文本框 7">
                        <a:extLst>
                          <a:ext uri="{FF2B5EF4-FFF2-40B4-BE49-F238E27FC236}">
                            <a16:creationId xmlns:a16="http://schemas.microsoft.com/office/drawing/2014/main" id="{64CD75D9-E074-9AEF-03F6-B18935F93F0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216862" y="5010287"/>
                        <a:ext cx="306382" cy="2565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|</m:t>
                              </m:r>
                              <m:r>
                                <a:rPr lang="en-US" altLang="zh-CN" sz="2000" i="1" smtClean="0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𝐵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|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9" name="文本框 7">
                        <a:extLst>
                          <a:ext uri="{FF2B5EF4-FFF2-40B4-BE49-F238E27FC236}">
                            <a16:creationId xmlns:a16="http://schemas.microsoft.com/office/drawing/2014/main" id="{64CD75D9-E074-9AEF-03F6-B18935F93F0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216862" y="5010287"/>
                        <a:ext cx="306382" cy="256543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l="-54000" r="-34000" b="-8333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0" name="文本框 8">
                        <a:extLst>
                          <a:ext uri="{FF2B5EF4-FFF2-40B4-BE49-F238E27FC236}">
                            <a16:creationId xmlns:a16="http://schemas.microsoft.com/office/drawing/2014/main" id="{619933DC-3700-704A-BF97-45CF3D5D519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67720" y="4604017"/>
                        <a:ext cx="306382" cy="2565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𝐶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0" name="文本框 8">
                        <a:extLst>
                          <a:ext uri="{FF2B5EF4-FFF2-40B4-BE49-F238E27FC236}">
                            <a16:creationId xmlns:a16="http://schemas.microsoft.com/office/drawing/2014/main" id="{619933DC-3700-704A-BF97-45CF3D5D519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67720" y="4604017"/>
                        <a:ext cx="306382" cy="256543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 l="-14000" b="-50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8" name="文本框 21">
                        <a:extLst>
                          <a:ext uri="{FF2B5EF4-FFF2-40B4-BE49-F238E27FC236}">
                            <a16:creationId xmlns:a16="http://schemas.microsoft.com/office/drawing/2014/main" id="{B99880DA-E698-AB88-8EF9-708F7B29405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268042" y="1284611"/>
                        <a:ext cx="641385" cy="47947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00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zh-CN" altLang="en-US" sz="2000" b="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𝛼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8" name="文本框 21">
                        <a:extLst>
                          <a:ext uri="{FF2B5EF4-FFF2-40B4-BE49-F238E27FC236}">
                            <a16:creationId xmlns:a16="http://schemas.microsoft.com/office/drawing/2014/main" id="{B99880DA-E698-AB88-8EF9-708F7B29405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268042" y="1284611"/>
                        <a:ext cx="641385" cy="479471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A13F5675-BF05-2B14-6C61-EEFA49186904}"/>
                    </a:ext>
                  </a:extLst>
                </p:cNvPr>
                <p:cNvSpPr txBox="1"/>
                <p:nvPr/>
              </p:nvSpPr>
              <p:spPr>
                <a:xfrm rot="1998811">
                  <a:off x="2947782" y="1876188"/>
                  <a:ext cx="76655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44.9%</a:t>
                  </a:r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C9F9918-1889-FF0E-EF7A-9F3AB7CE4237}"/>
                    </a:ext>
                  </a:extLst>
                </p:cNvPr>
                <p:cNvSpPr txBox="1"/>
                <p:nvPr/>
              </p:nvSpPr>
              <p:spPr>
                <a:xfrm rot="1872829">
                  <a:off x="3087001" y="1673183"/>
                  <a:ext cx="76655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43.7%</a:t>
                  </a:r>
                </a:p>
              </p:txBody>
            </p:sp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C34BDD9C-9D90-DBB0-2EA9-4247B879AF7D}"/>
                    </a:ext>
                  </a:extLst>
                </p:cNvPr>
                <p:cNvSpPr txBox="1"/>
                <p:nvPr/>
              </p:nvSpPr>
              <p:spPr>
                <a:xfrm>
                  <a:off x="2409937" y="1619880"/>
                  <a:ext cx="498855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1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2016</a:t>
                  </a:r>
                </a:p>
              </p:txBody>
            </p: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78B74D2-6334-EE62-A2A9-06724CE6830D}"/>
                    </a:ext>
                  </a:extLst>
                </p:cNvPr>
                <p:cNvSpPr txBox="1"/>
                <p:nvPr/>
              </p:nvSpPr>
              <p:spPr>
                <a:xfrm>
                  <a:off x="2470653" y="1423744"/>
                  <a:ext cx="498855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1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2023</a:t>
                  </a:r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75268BB0-C380-8966-BAC7-36AB97DD366A}"/>
                    </a:ext>
                  </a:extLst>
                </p:cNvPr>
                <p:cNvSpPr txBox="1"/>
                <p:nvPr/>
              </p:nvSpPr>
              <p:spPr>
                <a:xfrm rot="4450356">
                  <a:off x="3709523" y="2517467"/>
                  <a:ext cx="69762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0.264</a:t>
                  </a:r>
                </a:p>
              </p:txBody>
            </p:sp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4FA6C340-7451-59B4-0D34-9C2C755BF723}"/>
                    </a:ext>
                  </a:extLst>
                </p:cNvPr>
                <p:cNvSpPr txBox="1"/>
                <p:nvPr/>
              </p:nvSpPr>
              <p:spPr>
                <a:xfrm rot="4362618">
                  <a:off x="3458937" y="2568974"/>
                  <a:ext cx="69762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0.269</a:t>
                  </a:r>
                </a:p>
              </p:txBody>
            </p:sp>
            <p:sp>
              <p:nvSpPr>
                <p:cNvPr id="4" name="Partial Circle 3">
                  <a:extLst>
                    <a:ext uri="{FF2B5EF4-FFF2-40B4-BE49-F238E27FC236}">
                      <a16:creationId xmlns:a16="http://schemas.microsoft.com/office/drawing/2014/main" id="{3542BBBB-1720-2144-9999-AFA5D98E5CBA}"/>
                    </a:ext>
                  </a:extLst>
                </p:cNvPr>
                <p:cNvSpPr/>
                <p:nvPr/>
              </p:nvSpPr>
              <p:spPr>
                <a:xfrm>
                  <a:off x="834945" y="1583249"/>
                  <a:ext cx="3200400" cy="3200400"/>
                </a:xfrm>
                <a:prstGeom prst="pie">
                  <a:avLst>
                    <a:gd name="adj1" fmla="val 10752796"/>
                    <a:gd name="adj2" fmla="val 15122580"/>
                  </a:avLst>
                </a:prstGeom>
                <a:solidFill>
                  <a:srgbClr val="B0DF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" name="Partial Circle 5">
                  <a:extLst>
                    <a:ext uri="{FF2B5EF4-FFF2-40B4-BE49-F238E27FC236}">
                      <a16:creationId xmlns:a16="http://schemas.microsoft.com/office/drawing/2014/main" id="{C966665B-DBD5-221D-792B-600620A40C99}"/>
                    </a:ext>
                  </a:extLst>
                </p:cNvPr>
                <p:cNvSpPr/>
                <p:nvPr/>
              </p:nvSpPr>
              <p:spPr>
                <a:xfrm>
                  <a:off x="834491" y="1601121"/>
                  <a:ext cx="3200400" cy="3200400"/>
                </a:xfrm>
                <a:prstGeom prst="pie">
                  <a:avLst>
                    <a:gd name="adj1" fmla="val 2154102"/>
                    <a:gd name="adj2" fmla="val 8665389"/>
                  </a:avLst>
                </a:prstGeom>
                <a:solidFill>
                  <a:srgbClr val="DFCA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rgbClr val="00F5D4"/>
                    </a:solidFill>
                  </a:endParaRPr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1AF7A07-DAED-CE5C-3E24-B23C768197AE}"/>
                    </a:ext>
                  </a:extLst>
                </p:cNvPr>
                <p:cNvSpPr txBox="1"/>
                <p:nvPr/>
              </p:nvSpPr>
              <p:spPr>
                <a:xfrm rot="19415433">
                  <a:off x="1133864" y="1876187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39.0%</a:t>
                  </a:r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EE32D23-81FA-9C07-5F50-19734D711D5B}"/>
                    </a:ext>
                  </a:extLst>
                </p:cNvPr>
                <p:cNvSpPr txBox="1"/>
                <p:nvPr/>
              </p:nvSpPr>
              <p:spPr>
                <a:xfrm rot="19460468">
                  <a:off x="985508" y="1673182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40.3%</a:t>
                  </a:r>
                </a:p>
              </p:txBody>
            </p:sp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2889993D-C542-5F1E-2E0C-EAD1E045E058}"/>
                    </a:ext>
                  </a:extLst>
                </p:cNvPr>
                <p:cNvSpPr txBox="1"/>
                <p:nvPr/>
              </p:nvSpPr>
              <p:spPr>
                <a:xfrm rot="17343629">
                  <a:off x="653436" y="2558305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0.088</a:t>
                  </a:r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418DBA6-FF73-16BC-9414-BE364872D348}"/>
                    </a:ext>
                  </a:extLst>
                </p:cNvPr>
                <p:cNvSpPr txBox="1"/>
                <p:nvPr/>
              </p:nvSpPr>
              <p:spPr>
                <a:xfrm rot="17357952">
                  <a:off x="423558" y="2484236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0.092</a:t>
                  </a:r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DDE8C652-3835-7D07-325F-17706C783F68}"/>
                    </a:ext>
                  </a:extLst>
                </p:cNvPr>
                <p:cNvSpPr txBox="1"/>
                <p:nvPr/>
              </p:nvSpPr>
              <p:spPr>
                <a:xfrm rot="19343146">
                  <a:off x="2976370" y="4147458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6.58</a:t>
                  </a:r>
                </a:p>
              </p:txBody>
            </p:sp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767DB9DC-390A-C735-85A3-953074A0D747}"/>
                    </a:ext>
                  </a:extLst>
                </p:cNvPr>
                <p:cNvSpPr txBox="1"/>
                <p:nvPr/>
              </p:nvSpPr>
              <p:spPr>
                <a:xfrm rot="19232585">
                  <a:off x="3136626" y="4341842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6.64</a:t>
                  </a:r>
                </a:p>
              </p:txBody>
            </p:sp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BC196F25-1346-4BFF-995B-91D5B4D87255}"/>
                    </a:ext>
                  </a:extLst>
                </p:cNvPr>
                <p:cNvSpPr txBox="1"/>
                <p:nvPr/>
              </p:nvSpPr>
              <p:spPr>
                <a:xfrm>
                  <a:off x="2082230" y="4485408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0.048</a:t>
                  </a:r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0AC57B94-0E6D-5F9C-78E7-5CD0CDBD0BBD}"/>
                    </a:ext>
                  </a:extLst>
                </p:cNvPr>
                <p:cNvSpPr txBox="1"/>
                <p:nvPr/>
              </p:nvSpPr>
              <p:spPr>
                <a:xfrm>
                  <a:off x="2089140" y="4732526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0.057</a:t>
                  </a:r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8896F63E-8052-40B4-7F81-176DE44A8C39}"/>
                    </a:ext>
                  </a:extLst>
                </p:cNvPr>
                <p:cNvSpPr txBox="1"/>
                <p:nvPr/>
              </p:nvSpPr>
              <p:spPr>
                <a:xfrm rot="2122247">
                  <a:off x="1145732" y="4205060"/>
                  <a:ext cx="84287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0.0016</a:t>
                  </a:r>
                </a:p>
              </p:txBody>
            </p:sp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FB35910F-23E7-4B8D-04AC-FE8DF38E0D58}"/>
                    </a:ext>
                  </a:extLst>
                </p:cNvPr>
                <p:cNvSpPr txBox="1"/>
                <p:nvPr/>
              </p:nvSpPr>
              <p:spPr>
                <a:xfrm rot="2298318">
                  <a:off x="1020562" y="4386045"/>
                  <a:ext cx="84287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0.0022</a:t>
                  </a:r>
                </a:p>
              </p:txBody>
            </p:sp>
          </p:grpSp>
          <p:pic>
            <p:nvPicPr>
              <p:cNvPr id="220" name="Graphic 219">
                <a:extLst>
                  <a:ext uri="{FF2B5EF4-FFF2-40B4-BE49-F238E27FC236}">
                    <a16:creationId xmlns:a16="http://schemas.microsoft.com/office/drawing/2014/main" id="{E2423A4E-2A3C-1918-3BB2-A20B2038BF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499983" y="1938072"/>
                <a:ext cx="2743200" cy="2743200"/>
              </a:xfrm>
              <a:prstGeom prst="rect">
                <a:avLst/>
              </a:prstGeom>
            </p:spPr>
          </p:pic>
        </p:grpSp>
        <p:grpSp>
          <p:nvGrpSpPr>
            <p:cNvPr id="290" name="Group 289">
              <a:extLst>
                <a:ext uri="{FF2B5EF4-FFF2-40B4-BE49-F238E27FC236}">
                  <a16:creationId xmlns:a16="http://schemas.microsoft.com/office/drawing/2014/main" id="{04BA01FC-AC81-63BB-984A-7297D0B4A6E1}"/>
                </a:ext>
              </a:extLst>
            </p:cNvPr>
            <p:cNvGrpSpPr/>
            <p:nvPr/>
          </p:nvGrpSpPr>
          <p:grpSpPr>
            <a:xfrm>
              <a:off x="4156173" y="798266"/>
              <a:ext cx="4019862" cy="4573614"/>
              <a:chOff x="4215823" y="798266"/>
              <a:chExt cx="4019862" cy="4573614"/>
            </a:xfrm>
          </p:grpSpPr>
          <p:grpSp>
            <p:nvGrpSpPr>
              <p:cNvPr id="226" name="Group 225">
                <a:extLst>
                  <a:ext uri="{FF2B5EF4-FFF2-40B4-BE49-F238E27FC236}">
                    <a16:creationId xmlns:a16="http://schemas.microsoft.com/office/drawing/2014/main" id="{896188C8-0227-6E04-BFD8-567B7554EA76}"/>
                  </a:ext>
                </a:extLst>
              </p:cNvPr>
              <p:cNvGrpSpPr/>
              <p:nvPr/>
            </p:nvGrpSpPr>
            <p:grpSpPr>
              <a:xfrm>
                <a:off x="4215823" y="1344337"/>
                <a:ext cx="4019862" cy="4027543"/>
                <a:chOff x="445723" y="1232543"/>
                <a:chExt cx="4019862" cy="4027543"/>
              </a:xfrm>
            </p:grpSpPr>
            <p:sp>
              <p:nvSpPr>
                <p:cNvPr id="227" name="Partial Circle 226">
                  <a:extLst>
                    <a:ext uri="{FF2B5EF4-FFF2-40B4-BE49-F238E27FC236}">
                      <a16:creationId xmlns:a16="http://schemas.microsoft.com/office/drawing/2014/main" id="{76D65C0A-5520-161B-4A9C-D27D37EA3F26}"/>
                    </a:ext>
                  </a:extLst>
                </p:cNvPr>
                <p:cNvSpPr/>
                <p:nvPr/>
              </p:nvSpPr>
              <p:spPr>
                <a:xfrm>
                  <a:off x="613962" y="1368091"/>
                  <a:ext cx="3657600" cy="3657600"/>
                </a:xfrm>
                <a:prstGeom prst="pie">
                  <a:avLst>
                    <a:gd name="adj1" fmla="val 17242230"/>
                    <a:gd name="adj2" fmla="val 21313"/>
                  </a:avLst>
                </a:prstGeom>
                <a:solidFill>
                  <a:srgbClr val="A79ADF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8" name="Partial Circle 227">
                  <a:extLst>
                    <a:ext uri="{FF2B5EF4-FFF2-40B4-BE49-F238E27FC236}">
                      <a16:creationId xmlns:a16="http://schemas.microsoft.com/office/drawing/2014/main" id="{DD658AF6-0119-83B2-ED61-6BE1EB982890}"/>
                    </a:ext>
                  </a:extLst>
                </p:cNvPr>
                <p:cNvSpPr/>
                <p:nvPr/>
              </p:nvSpPr>
              <p:spPr>
                <a:xfrm>
                  <a:off x="602759" y="1369023"/>
                  <a:ext cx="3657600" cy="3657600"/>
                </a:xfrm>
                <a:prstGeom prst="pie">
                  <a:avLst>
                    <a:gd name="adj1" fmla="val 10761800"/>
                    <a:gd name="adj2" fmla="val 15143024"/>
                  </a:avLst>
                </a:prstGeom>
                <a:solidFill>
                  <a:srgbClr val="B0DF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9" name="Partial Circle 228">
                  <a:extLst>
                    <a:ext uri="{FF2B5EF4-FFF2-40B4-BE49-F238E27FC236}">
                      <a16:creationId xmlns:a16="http://schemas.microsoft.com/office/drawing/2014/main" id="{64A79579-3358-6B08-C294-FECE7FCC3675}"/>
                    </a:ext>
                  </a:extLst>
                </p:cNvPr>
                <p:cNvSpPr/>
                <p:nvPr/>
              </p:nvSpPr>
              <p:spPr>
                <a:xfrm>
                  <a:off x="826871" y="1601122"/>
                  <a:ext cx="3200400" cy="3200400"/>
                </a:xfrm>
                <a:prstGeom prst="pie">
                  <a:avLst>
                    <a:gd name="adj1" fmla="val 17267760"/>
                    <a:gd name="adj2" fmla="val 6512"/>
                  </a:avLst>
                </a:prstGeom>
                <a:solidFill>
                  <a:srgbClr val="A79ADF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0" name="Partial Circle 229">
                  <a:extLst>
                    <a:ext uri="{FF2B5EF4-FFF2-40B4-BE49-F238E27FC236}">
                      <a16:creationId xmlns:a16="http://schemas.microsoft.com/office/drawing/2014/main" id="{B7697CA3-DF0E-E1E1-D1DD-3C099E290D8E}"/>
                    </a:ext>
                  </a:extLst>
                </p:cNvPr>
                <p:cNvSpPr/>
                <p:nvPr/>
              </p:nvSpPr>
              <p:spPr>
                <a:xfrm>
                  <a:off x="600841" y="1386003"/>
                  <a:ext cx="3657600" cy="3657600"/>
                </a:xfrm>
                <a:prstGeom prst="pie">
                  <a:avLst>
                    <a:gd name="adj1" fmla="val 2118224"/>
                    <a:gd name="adj2" fmla="val 8689523"/>
                  </a:avLst>
                </a:prstGeom>
                <a:solidFill>
                  <a:srgbClr val="DFCA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rgbClr val="00F5D4"/>
                    </a:solidFill>
                  </a:endParaRPr>
                </a:p>
              </p:txBody>
            </p:sp>
            <p:grpSp>
              <p:nvGrpSpPr>
                <p:cNvPr id="231" name="Group 230">
                  <a:extLst>
                    <a:ext uri="{FF2B5EF4-FFF2-40B4-BE49-F238E27FC236}">
                      <a16:creationId xmlns:a16="http://schemas.microsoft.com/office/drawing/2014/main" id="{E6433ADD-7AF0-1F34-BB7A-2D8549122962}"/>
                    </a:ext>
                  </a:extLst>
                </p:cNvPr>
                <p:cNvGrpSpPr/>
                <p:nvPr/>
              </p:nvGrpSpPr>
              <p:grpSpPr>
                <a:xfrm>
                  <a:off x="445723" y="1232543"/>
                  <a:ext cx="4019862" cy="4027543"/>
                  <a:chOff x="325572" y="1263648"/>
                  <a:chExt cx="4058675" cy="4003182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50" name="文本框 14">
                        <a:extLst>
                          <a:ext uri="{FF2B5EF4-FFF2-40B4-BE49-F238E27FC236}">
                            <a16:creationId xmlns:a16="http://schemas.microsoft.com/office/drawing/2014/main" id="{FE8EB964-E6B7-F30B-BB99-9D431C1E513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77865" y="2320995"/>
                        <a:ext cx="306382" cy="39642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𝛽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50" name="文本框 14">
                        <a:extLst>
                          <a:ext uri="{FF2B5EF4-FFF2-40B4-BE49-F238E27FC236}">
                            <a16:creationId xmlns:a16="http://schemas.microsoft.com/office/drawing/2014/main" id="{FE8EB964-E6B7-F30B-BB99-9D431C1E513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077865" y="2320995"/>
                        <a:ext cx="306382" cy="396425"/>
                      </a:xfrm>
                      <a:prstGeom prst="rect">
                        <a:avLst/>
                      </a:prstGeom>
                      <a:blipFill>
                        <a:blip r:embed="rId12"/>
                        <a:stretch>
                          <a:fillRect l="-24000" r="-4000" b="-1846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51" name="文本框 21">
                        <a:extLst>
                          <a:ext uri="{FF2B5EF4-FFF2-40B4-BE49-F238E27FC236}">
                            <a16:creationId xmlns:a16="http://schemas.microsoft.com/office/drawing/2014/main" id="{4E43D766-D863-BE12-BD6A-A1F24C96961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80377" y="1263648"/>
                        <a:ext cx="641384" cy="41462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00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zh-CN" altLang="en-US" sz="200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𝜅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51" name="文本框 21">
                        <a:extLst>
                          <a:ext uri="{FF2B5EF4-FFF2-40B4-BE49-F238E27FC236}">
                            <a16:creationId xmlns:a16="http://schemas.microsoft.com/office/drawing/2014/main" id="{4E43D766-D863-BE12-BD6A-A1F24C96961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80377" y="1263648"/>
                        <a:ext cx="641384" cy="414627"/>
                      </a:xfrm>
                      <a:prstGeom prst="rect">
                        <a:avLst/>
                      </a:prstGeom>
                      <a:blipFill>
                        <a:blip r:embed="rId13"/>
                        <a:stretch>
                          <a:fillRect b="-588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52" name="文本框 22">
                        <a:extLst>
                          <a:ext uri="{FF2B5EF4-FFF2-40B4-BE49-F238E27FC236}">
                            <a16:creationId xmlns:a16="http://schemas.microsoft.com/office/drawing/2014/main" id="{54199688-4380-9219-2653-EFE3475BED7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25572" y="2329605"/>
                        <a:ext cx="262815" cy="36932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𝛿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52" name="文本框 22">
                        <a:extLst>
                          <a:ext uri="{FF2B5EF4-FFF2-40B4-BE49-F238E27FC236}">
                            <a16:creationId xmlns:a16="http://schemas.microsoft.com/office/drawing/2014/main" id="{54199688-4380-9219-2653-EFE3475BED7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25572" y="2329605"/>
                        <a:ext cx="262815" cy="369327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l="-23810" r="-2381" b="-491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53" name="文本框 6">
                        <a:extLst>
                          <a:ext uri="{FF2B5EF4-FFF2-40B4-BE49-F238E27FC236}">
                            <a16:creationId xmlns:a16="http://schemas.microsoft.com/office/drawing/2014/main" id="{C762B453-9DC3-2AA7-3B8A-54B92920DE26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31763" y="4546812"/>
                        <a:ext cx="306382" cy="2565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𝐴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53" name="文本框 6">
                        <a:extLst>
                          <a:ext uri="{FF2B5EF4-FFF2-40B4-BE49-F238E27FC236}">
                            <a16:creationId xmlns:a16="http://schemas.microsoft.com/office/drawing/2014/main" id="{C762B453-9DC3-2AA7-3B8A-54B92920DE2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31763" y="4546812"/>
                        <a:ext cx="306382" cy="256543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l="-16327" b="-4651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54" name="文本框 7">
                        <a:extLst>
                          <a:ext uri="{FF2B5EF4-FFF2-40B4-BE49-F238E27FC236}">
                            <a16:creationId xmlns:a16="http://schemas.microsoft.com/office/drawing/2014/main" id="{68C99D15-1D29-2F1F-47BD-AA3C72C0BE3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216862" y="5010287"/>
                        <a:ext cx="306382" cy="2565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|</m:t>
                              </m:r>
                              <m:r>
                                <a:rPr lang="en-US" altLang="zh-CN" sz="2000" i="1" smtClean="0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𝐵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|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54" name="文本框 7">
                        <a:extLst>
                          <a:ext uri="{FF2B5EF4-FFF2-40B4-BE49-F238E27FC236}">
                            <a16:creationId xmlns:a16="http://schemas.microsoft.com/office/drawing/2014/main" id="{68C99D15-1D29-2F1F-47BD-AA3C72C0BE3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216862" y="5010287"/>
                        <a:ext cx="306382" cy="256543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l="-54000" r="-34000" b="-8333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55" name="文本框 8">
                        <a:extLst>
                          <a:ext uri="{FF2B5EF4-FFF2-40B4-BE49-F238E27FC236}">
                            <a16:creationId xmlns:a16="http://schemas.microsoft.com/office/drawing/2014/main" id="{6836FB5D-E0F6-3137-E01E-4EF1FBEB88E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67720" y="4604017"/>
                        <a:ext cx="306382" cy="2565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𝐶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55" name="文本框 8">
                        <a:extLst>
                          <a:ext uri="{FF2B5EF4-FFF2-40B4-BE49-F238E27FC236}">
                            <a16:creationId xmlns:a16="http://schemas.microsoft.com/office/drawing/2014/main" id="{6836FB5D-E0F6-3137-E01E-4EF1FBEB88E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67720" y="4604017"/>
                        <a:ext cx="306382" cy="256543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l="-14000" b="-50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56" name="文本框 21">
                        <a:extLst>
                          <a:ext uri="{FF2B5EF4-FFF2-40B4-BE49-F238E27FC236}">
                            <a16:creationId xmlns:a16="http://schemas.microsoft.com/office/drawing/2014/main" id="{7EC757F1-8964-4771-E4F1-E4BD2159AE9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398018" y="1374321"/>
                        <a:ext cx="641385" cy="47947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00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zh-CN" altLang="en-US" sz="2000" b="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𝛼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56" name="文本框 21">
                        <a:extLst>
                          <a:ext uri="{FF2B5EF4-FFF2-40B4-BE49-F238E27FC236}">
                            <a16:creationId xmlns:a16="http://schemas.microsoft.com/office/drawing/2014/main" id="{7EC757F1-8964-4771-E4F1-E4BD2159AE9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398018" y="1374321"/>
                        <a:ext cx="641385" cy="479471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DD5E4D29-8340-6168-1079-C24A093F1E0B}"/>
                    </a:ext>
                  </a:extLst>
                </p:cNvPr>
                <p:cNvSpPr txBox="1"/>
                <p:nvPr/>
              </p:nvSpPr>
              <p:spPr>
                <a:xfrm rot="1998811">
                  <a:off x="2947782" y="1876188"/>
                  <a:ext cx="76655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35.7%</a:t>
                  </a: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0F0DC3CB-7494-6A98-5B61-BDCC8CFBD12A}"/>
                    </a:ext>
                  </a:extLst>
                </p:cNvPr>
                <p:cNvSpPr txBox="1"/>
                <p:nvPr/>
              </p:nvSpPr>
              <p:spPr>
                <a:xfrm rot="1872829">
                  <a:off x="3087001" y="1673183"/>
                  <a:ext cx="76655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34.7%</a:t>
                  </a:r>
                </a:p>
              </p:txBody>
            </p:sp>
            <p:sp>
              <p:nvSpPr>
                <p:cNvPr id="234" name="TextBox 233">
                  <a:extLst>
                    <a:ext uri="{FF2B5EF4-FFF2-40B4-BE49-F238E27FC236}">
                      <a16:creationId xmlns:a16="http://schemas.microsoft.com/office/drawing/2014/main" id="{7F451D71-3E56-2294-997B-72205B7A82A6}"/>
                    </a:ext>
                  </a:extLst>
                </p:cNvPr>
                <p:cNvSpPr txBox="1"/>
                <p:nvPr/>
              </p:nvSpPr>
              <p:spPr>
                <a:xfrm>
                  <a:off x="2409937" y="1619880"/>
                  <a:ext cx="498855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1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2016</a:t>
                  </a:r>
                </a:p>
              </p:txBody>
            </p:sp>
            <p:sp>
              <p:nvSpPr>
                <p:cNvPr id="235" name="TextBox 234">
                  <a:extLst>
                    <a:ext uri="{FF2B5EF4-FFF2-40B4-BE49-F238E27FC236}">
                      <a16:creationId xmlns:a16="http://schemas.microsoft.com/office/drawing/2014/main" id="{831040ED-B58C-797F-0D41-2E08E7C3C57C}"/>
                    </a:ext>
                  </a:extLst>
                </p:cNvPr>
                <p:cNvSpPr txBox="1"/>
                <p:nvPr/>
              </p:nvSpPr>
              <p:spPr>
                <a:xfrm>
                  <a:off x="2470653" y="1423744"/>
                  <a:ext cx="498855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1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2023</a:t>
                  </a:r>
                </a:p>
              </p:txBody>
            </p:sp>
            <p:sp>
              <p:nvSpPr>
                <p:cNvPr id="236" name="TextBox 235">
                  <a:extLst>
                    <a:ext uri="{FF2B5EF4-FFF2-40B4-BE49-F238E27FC236}">
                      <a16:creationId xmlns:a16="http://schemas.microsoft.com/office/drawing/2014/main" id="{00FA1390-6B90-1285-7896-7BFEECF8C924}"/>
                    </a:ext>
                  </a:extLst>
                </p:cNvPr>
                <p:cNvSpPr txBox="1"/>
                <p:nvPr/>
              </p:nvSpPr>
              <p:spPr>
                <a:xfrm rot="4450356">
                  <a:off x="3709523" y="2517467"/>
                  <a:ext cx="69762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0.330</a:t>
                  </a:r>
                </a:p>
              </p:txBody>
            </p:sp>
            <p:sp>
              <p:nvSpPr>
                <p:cNvPr id="237" name="TextBox 236">
                  <a:extLst>
                    <a:ext uri="{FF2B5EF4-FFF2-40B4-BE49-F238E27FC236}">
                      <a16:creationId xmlns:a16="http://schemas.microsoft.com/office/drawing/2014/main" id="{D8414DBB-371A-B25A-E0AB-A6A85CD0F92E}"/>
                    </a:ext>
                  </a:extLst>
                </p:cNvPr>
                <p:cNvSpPr txBox="1"/>
                <p:nvPr/>
              </p:nvSpPr>
              <p:spPr>
                <a:xfrm rot="4362618">
                  <a:off x="3458937" y="2568974"/>
                  <a:ext cx="69762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0.330</a:t>
                  </a:r>
                </a:p>
              </p:txBody>
            </p:sp>
            <p:sp>
              <p:nvSpPr>
                <p:cNvPr id="238" name="Partial Circle 237">
                  <a:extLst>
                    <a:ext uri="{FF2B5EF4-FFF2-40B4-BE49-F238E27FC236}">
                      <a16:creationId xmlns:a16="http://schemas.microsoft.com/office/drawing/2014/main" id="{C5124882-AB7F-E8E2-F57F-93BBFB9F4D81}"/>
                    </a:ext>
                  </a:extLst>
                </p:cNvPr>
                <p:cNvSpPr/>
                <p:nvPr/>
              </p:nvSpPr>
              <p:spPr>
                <a:xfrm>
                  <a:off x="834945" y="1583249"/>
                  <a:ext cx="3200400" cy="3200400"/>
                </a:xfrm>
                <a:prstGeom prst="pie">
                  <a:avLst>
                    <a:gd name="adj1" fmla="val 10752796"/>
                    <a:gd name="adj2" fmla="val 15122580"/>
                  </a:avLst>
                </a:prstGeom>
                <a:solidFill>
                  <a:srgbClr val="B0DF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9" name="Partial Circle 238">
                  <a:extLst>
                    <a:ext uri="{FF2B5EF4-FFF2-40B4-BE49-F238E27FC236}">
                      <a16:creationId xmlns:a16="http://schemas.microsoft.com/office/drawing/2014/main" id="{71B818A3-E648-2145-E826-5673A613D9E6}"/>
                    </a:ext>
                  </a:extLst>
                </p:cNvPr>
                <p:cNvSpPr/>
                <p:nvPr/>
              </p:nvSpPr>
              <p:spPr>
                <a:xfrm>
                  <a:off x="834491" y="1601121"/>
                  <a:ext cx="3200400" cy="3200400"/>
                </a:xfrm>
                <a:prstGeom prst="pie">
                  <a:avLst>
                    <a:gd name="adj1" fmla="val 2154102"/>
                    <a:gd name="adj2" fmla="val 8665389"/>
                  </a:avLst>
                </a:prstGeom>
                <a:solidFill>
                  <a:srgbClr val="DFCA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rgbClr val="00F5D4"/>
                    </a:solidFill>
                  </a:endParaRPr>
                </a:p>
              </p:txBody>
            </p:sp>
            <p:sp>
              <p:nvSpPr>
                <p:cNvPr id="240" name="TextBox 239">
                  <a:extLst>
                    <a:ext uri="{FF2B5EF4-FFF2-40B4-BE49-F238E27FC236}">
                      <a16:creationId xmlns:a16="http://schemas.microsoft.com/office/drawing/2014/main" id="{5FCA6C6E-0256-DD64-9426-FBEDF20ADE11}"/>
                    </a:ext>
                  </a:extLst>
                </p:cNvPr>
                <p:cNvSpPr txBox="1"/>
                <p:nvPr/>
              </p:nvSpPr>
              <p:spPr>
                <a:xfrm rot="19415433">
                  <a:off x="1133864" y="1876187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50.7%</a:t>
                  </a:r>
                </a:p>
              </p:txBody>
            </p:sp>
            <p:sp>
              <p:nvSpPr>
                <p:cNvPr id="241" name="TextBox 240">
                  <a:extLst>
                    <a:ext uri="{FF2B5EF4-FFF2-40B4-BE49-F238E27FC236}">
                      <a16:creationId xmlns:a16="http://schemas.microsoft.com/office/drawing/2014/main" id="{C1F32DC9-226D-99AF-017E-68B2C1F048BA}"/>
                    </a:ext>
                  </a:extLst>
                </p:cNvPr>
                <p:cNvSpPr txBox="1"/>
                <p:nvPr/>
              </p:nvSpPr>
              <p:spPr>
                <a:xfrm rot="19460468">
                  <a:off x="985508" y="1673182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51.8%</a:t>
                  </a:r>
                </a:p>
              </p:txBody>
            </p:sp>
            <p:sp>
              <p:nvSpPr>
                <p:cNvPr id="242" name="TextBox 241">
                  <a:extLst>
                    <a:ext uri="{FF2B5EF4-FFF2-40B4-BE49-F238E27FC236}">
                      <a16:creationId xmlns:a16="http://schemas.microsoft.com/office/drawing/2014/main" id="{09D4F998-E790-7606-279F-D8771D59214C}"/>
                    </a:ext>
                  </a:extLst>
                </p:cNvPr>
                <p:cNvSpPr txBox="1"/>
                <p:nvPr/>
              </p:nvSpPr>
              <p:spPr>
                <a:xfrm rot="17343629">
                  <a:off x="653436" y="2558305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0.090</a:t>
                  </a:r>
                </a:p>
              </p:txBody>
            </p:sp>
            <p:sp>
              <p:nvSpPr>
                <p:cNvPr id="243" name="TextBox 242">
                  <a:extLst>
                    <a:ext uri="{FF2B5EF4-FFF2-40B4-BE49-F238E27FC236}">
                      <a16:creationId xmlns:a16="http://schemas.microsoft.com/office/drawing/2014/main" id="{9454740A-2FB6-4D03-B347-1302EE1B651F}"/>
                    </a:ext>
                  </a:extLst>
                </p:cNvPr>
                <p:cNvSpPr txBox="1"/>
                <p:nvPr/>
              </p:nvSpPr>
              <p:spPr>
                <a:xfrm rot="17357952">
                  <a:off x="423558" y="2484236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0.090</a:t>
                  </a:r>
                </a:p>
              </p:txBody>
            </p:sp>
            <p:sp>
              <p:nvSpPr>
                <p:cNvPr id="244" name="TextBox 243">
                  <a:extLst>
                    <a:ext uri="{FF2B5EF4-FFF2-40B4-BE49-F238E27FC236}">
                      <a16:creationId xmlns:a16="http://schemas.microsoft.com/office/drawing/2014/main" id="{EC909673-0A9A-37EF-936D-992179481584}"/>
                    </a:ext>
                  </a:extLst>
                </p:cNvPr>
                <p:cNvSpPr txBox="1"/>
                <p:nvPr/>
              </p:nvSpPr>
              <p:spPr>
                <a:xfrm rot="19343146">
                  <a:off x="2976370" y="4147458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8.67</a:t>
                  </a:r>
                </a:p>
              </p:txBody>
            </p:sp>
            <p:sp>
              <p:nvSpPr>
                <p:cNvPr id="245" name="TextBox 244">
                  <a:extLst>
                    <a:ext uri="{FF2B5EF4-FFF2-40B4-BE49-F238E27FC236}">
                      <a16:creationId xmlns:a16="http://schemas.microsoft.com/office/drawing/2014/main" id="{DE1DB800-594E-E1DC-FB18-98761395876F}"/>
                    </a:ext>
                  </a:extLst>
                </p:cNvPr>
                <p:cNvSpPr txBox="1"/>
                <p:nvPr/>
              </p:nvSpPr>
              <p:spPr>
                <a:xfrm rot="19232585">
                  <a:off x="3136626" y="4341842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8.31</a:t>
                  </a:r>
                </a:p>
              </p:txBody>
            </p:sp>
            <p:sp>
              <p:nvSpPr>
                <p:cNvPr id="246" name="TextBox 245">
                  <a:extLst>
                    <a:ext uri="{FF2B5EF4-FFF2-40B4-BE49-F238E27FC236}">
                      <a16:creationId xmlns:a16="http://schemas.microsoft.com/office/drawing/2014/main" id="{72F3D7A0-BBC7-50C1-F762-F383F59BF473}"/>
                    </a:ext>
                  </a:extLst>
                </p:cNvPr>
                <p:cNvSpPr txBox="1"/>
                <p:nvPr/>
              </p:nvSpPr>
              <p:spPr>
                <a:xfrm>
                  <a:off x="2082230" y="4485408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0.086</a:t>
                  </a:r>
                </a:p>
              </p:txBody>
            </p:sp>
            <p:sp>
              <p:nvSpPr>
                <p:cNvPr id="247" name="TextBox 246">
                  <a:extLst>
                    <a:ext uri="{FF2B5EF4-FFF2-40B4-BE49-F238E27FC236}">
                      <a16:creationId xmlns:a16="http://schemas.microsoft.com/office/drawing/2014/main" id="{3F8A8528-D164-B2E2-3209-500D02F14637}"/>
                    </a:ext>
                  </a:extLst>
                </p:cNvPr>
                <p:cNvSpPr txBox="1"/>
                <p:nvPr/>
              </p:nvSpPr>
              <p:spPr>
                <a:xfrm>
                  <a:off x="2089140" y="4732526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0.089</a:t>
                  </a:r>
                </a:p>
              </p:txBody>
            </p:sp>
            <p:sp>
              <p:nvSpPr>
                <p:cNvPr id="248" name="TextBox 247">
                  <a:extLst>
                    <a:ext uri="{FF2B5EF4-FFF2-40B4-BE49-F238E27FC236}">
                      <a16:creationId xmlns:a16="http://schemas.microsoft.com/office/drawing/2014/main" id="{115A926B-A74C-FE05-F3BB-00A4BFDF2A92}"/>
                    </a:ext>
                  </a:extLst>
                </p:cNvPr>
                <p:cNvSpPr txBox="1"/>
                <p:nvPr/>
              </p:nvSpPr>
              <p:spPr>
                <a:xfrm rot="2122247">
                  <a:off x="1145732" y="4205060"/>
                  <a:ext cx="84287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0.0044</a:t>
                  </a:r>
                </a:p>
              </p:txBody>
            </p:sp>
            <p:sp>
              <p:nvSpPr>
                <p:cNvPr id="249" name="TextBox 248">
                  <a:extLst>
                    <a:ext uri="{FF2B5EF4-FFF2-40B4-BE49-F238E27FC236}">
                      <a16:creationId xmlns:a16="http://schemas.microsoft.com/office/drawing/2014/main" id="{5BD07D1C-21C9-5E39-6E0E-063EC890FD36}"/>
                    </a:ext>
                  </a:extLst>
                </p:cNvPr>
                <p:cNvSpPr txBox="1"/>
                <p:nvPr/>
              </p:nvSpPr>
              <p:spPr>
                <a:xfrm rot="2298318">
                  <a:off x="1020562" y="4386045"/>
                  <a:ext cx="84287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0.0043</a:t>
                  </a:r>
                </a:p>
              </p:txBody>
            </p:sp>
          </p:grpSp>
          <p:sp>
            <p:nvSpPr>
              <p:cNvPr id="98" name="文本框 25">
                <a:extLst>
                  <a:ext uri="{FF2B5EF4-FFF2-40B4-BE49-F238E27FC236}">
                    <a16:creationId xmlns:a16="http://schemas.microsoft.com/office/drawing/2014/main" id="{0BD34472-A3DD-4EF5-CC8B-4B7598100387}"/>
                  </a:ext>
                </a:extLst>
              </p:cNvPr>
              <p:cNvSpPr txBox="1"/>
              <p:nvPr/>
            </p:nvSpPr>
            <p:spPr>
              <a:xfrm>
                <a:off x="4396295" y="798266"/>
                <a:ext cx="368603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rgbClr val="F39F1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South &amp; Southeast Asia</a:t>
                </a:r>
              </a:p>
            </p:txBody>
          </p:sp>
          <p:pic>
            <p:nvPicPr>
              <p:cNvPr id="222" name="Graphic 221">
                <a:extLst>
                  <a:ext uri="{FF2B5EF4-FFF2-40B4-BE49-F238E27FC236}">
                    <a16:creationId xmlns:a16="http://schemas.microsoft.com/office/drawing/2014/main" id="{475B3EC2-1B19-9953-FCEE-BA42D460A8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p:blipFill>
            <p:spPr>
              <a:xfrm>
                <a:off x="4833313" y="1938072"/>
                <a:ext cx="2743200" cy="2743200"/>
              </a:xfrm>
              <a:prstGeom prst="rect">
                <a:avLst/>
              </a:prstGeom>
            </p:spPr>
          </p:pic>
        </p:grpSp>
        <p:grpSp>
          <p:nvGrpSpPr>
            <p:cNvPr id="291" name="Group 290">
              <a:extLst>
                <a:ext uri="{FF2B5EF4-FFF2-40B4-BE49-F238E27FC236}">
                  <a16:creationId xmlns:a16="http://schemas.microsoft.com/office/drawing/2014/main" id="{8E849368-F938-1147-1E5F-31E23C50B8E4}"/>
                </a:ext>
              </a:extLst>
            </p:cNvPr>
            <p:cNvGrpSpPr/>
            <p:nvPr/>
          </p:nvGrpSpPr>
          <p:grpSpPr>
            <a:xfrm>
              <a:off x="8197392" y="798266"/>
              <a:ext cx="4094531" cy="4573614"/>
              <a:chOff x="8544332" y="798266"/>
              <a:chExt cx="4094531" cy="4573614"/>
            </a:xfrm>
          </p:grpSpPr>
          <p:grpSp>
            <p:nvGrpSpPr>
              <p:cNvPr id="257" name="Group 256">
                <a:extLst>
                  <a:ext uri="{FF2B5EF4-FFF2-40B4-BE49-F238E27FC236}">
                    <a16:creationId xmlns:a16="http://schemas.microsoft.com/office/drawing/2014/main" id="{E562AC01-E8FE-CBB6-4475-0235D464BCB9}"/>
                  </a:ext>
                </a:extLst>
              </p:cNvPr>
              <p:cNvGrpSpPr/>
              <p:nvPr/>
            </p:nvGrpSpPr>
            <p:grpSpPr>
              <a:xfrm>
                <a:off x="8544332" y="1344337"/>
                <a:ext cx="4094531" cy="4027543"/>
                <a:chOff x="445723" y="1232543"/>
                <a:chExt cx="4094531" cy="4027543"/>
              </a:xfrm>
            </p:grpSpPr>
            <p:sp>
              <p:nvSpPr>
                <p:cNvPr id="258" name="Partial Circle 257">
                  <a:extLst>
                    <a:ext uri="{FF2B5EF4-FFF2-40B4-BE49-F238E27FC236}">
                      <a16:creationId xmlns:a16="http://schemas.microsoft.com/office/drawing/2014/main" id="{E87873C0-B041-5229-CB12-9CE36F586C70}"/>
                    </a:ext>
                  </a:extLst>
                </p:cNvPr>
                <p:cNvSpPr/>
                <p:nvPr/>
              </p:nvSpPr>
              <p:spPr>
                <a:xfrm>
                  <a:off x="613962" y="1368091"/>
                  <a:ext cx="3657600" cy="3657600"/>
                </a:xfrm>
                <a:prstGeom prst="pie">
                  <a:avLst>
                    <a:gd name="adj1" fmla="val 17242230"/>
                    <a:gd name="adj2" fmla="val 21313"/>
                  </a:avLst>
                </a:prstGeom>
                <a:solidFill>
                  <a:srgbClr val="A79ADF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9" name="Partial Circle 258">
                  <a:extLst>
                    <a:ext uri="{FF2B5EF4-FFF2-40B4-BE49-F238E27FC236}">
                      <a16:creationId xmlns:a16="http://schemas.microsoft.com/office/drawing/2014/main" id="{B538F351-FE0A-ECA1-7EFE-382254374D4F}"/>
                    </a:ext>
                  </a:extLst>
                </p:cNvPr>
                <p:cNvSpPr/>
                <p:nvPr/>
              </p:nvSpPr>
              <p:spPr>
                <a:xfrm>
                  <a:off x="602759" y="1369023"/>
                  <a:ext cx="3657600" cy="3657600"/>
                </a:xfrm>
                <a:prstGeom prst="pie">
                  <a:avLst>
                    <a:gd name="adj1" fmla="val 10761800"/>
                    <a:gd name="adj2" fmla="val 15143024"/>
                  </a:avLst>
                </a:prstGeom>
                <a:solidFill>
                  <a:srgbClr val="B0DF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0" name="Partial Circle 259">
                  <a:extLst>
                    <a:ext uri="{FF2B5EF4-FFF2-40B4-BE49-F238E27FC236}">
                      <a16:creationId xmlns:a16="http://schemas.microsoft.com/office/drawing/2014/main" id="{21FB7DEF-15D2-ED9A-870A-2A611E649D05}"/>
                    </a:ext>
                  </a:extLst>
                </p:cNvPr>
                <p:cNvSpPr/>
                <p:nvPr/>
              </p:nvSpPr>
              <p:spPr>
                <a:xfrm>
                  <a:off x="826871" y="1601122"/>
                  <a:ext cx="3200400" cy="3200400"/>
                </a:xfrm>
                <a:prstGeom prst="pie">
                  <a:avLst>
                    <a:gd name="adj1" fmla="val 17267760"/>
                    <a:gd name="adj2" fmla="val 6512"/>
                  </a:avLst>
                </a:prstGeom>
                <a:solidFill>
                  <a:srgbClr val="A79ADF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1" name="Partial Circle 260">
                  <a:extLst>
                    <a:ext uri="{FF2B5EF4-FFF2-40B4-BE49-F238E27FC236}">
                      <a16:creationId xmlns:a16="http://schemas.microsoft.com/office/drawing/2014/main" id="{D5777FC6-CBA8-6A2D-4214-AF57C4FF8B17}"/>
                    </a:ext>
                  </a:extLst>
                </p:cNvPr>
                <p:cNvSpPr/>
                <p:nvPr/>
              </p:nvSpPr>
              <p:spPr>
                <a:xfrm>
                  <a:off x="600841" y="1386003"/>
                  <a:ext cx="3657600" cy="3657600"/>
                </a:xfrm>
                <a:prstGeom prst="pie">
                  <a:avLst>
                    <a:gd name="adj1" fmla="val 2118224"/>
                    <a:gd name="adj2" fmla="val 8689523"/>
                  </a:avLst>
                </a:prstGeom>
                <a:solidFill>
                  <a:srgbClr val="DFCA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rgbClr val="00F5D4"/>
                    </a:solidFill>
                  </a:endParaRPr>
                </a:p>
              </p:txBody>
            </p:sp>
            <p:grpSp>
              <p:nvGrpSpPr>
                <p:cNvPr id="262" name="Group 261">
                  <a:extLst>
                    <a:ext uri="{FF2B5EF4-FFF2-40B4-BE49-F238E27FC236}">
                      <a16:creationId xmlns:a16="http://schemas.microsoft.com/office/drawing/2014/main" id="{61C52BF5-9B95-5E9F-B41F-14C1CAB70031}"/>
                    </a:ext>
                  </a:extLst>
                </p:cNvPr>
                <p:cNvGrpSpPr/>
                <p:nvPr/>
              </p:nvGrpSpPr>
              <p:grpSpPr>
                <a:xfrm>
                  <a:off x="445723" y="1232543"/>
                  <a:ext cx="4094531" cy="4027543"/>
                  <a:chOff x="325572" y="1263648"/>
                  <a:chExt cx="4134064" cy="4003182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81" name="文本框 14">
                        <a:extLst>
                          <a:ext uri="{FF2B5EF4-FFF2-40B4-BE49-F238E27FC236}">
                            <a16:creationId xmlns:a16="http://schemas.microsoft.com/office/drawing/2014/main" id="{2DE7EA63-EDD2-2A10-240E-C02E43368C7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153254" y="2246040"/>
                        <a:ext cx="306382" cy="39642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𝛽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81" name="文本框 14">
                        <a:extLst>
                          <a:ext uri="{FF2B5EF4-FFF2-40B4-BE49-F238E27FC236}">
                            <a16:creationId xmlns:a16="http://schemas.microsoft.com/office/drawing/2014/main" id="{2DE7EA63-EDD2-2A10-240E-C02E43368C7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153254" y="2246040"/>
                        <a:ext cx="306382" cy="396425"/>
                      </a:xfrm>
                      <a:prstGeom prst="rect">
                        <a:avLst/>
                      </a:prstGeom>
                      <a:blipFill>
                        <a:blip r:embed="rId21"/>
                        <a:stretch>
                          <a:fillRect l="-26531" r="-4082" b="-1846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82" name="文本框 21">
                        <a:extLst>
                          <a:ext uri="{FF2B5EF4-FFF2-40B4-BE49-F238E27FC236}">
                            <a16:creationId xmlns:a16="http://schemas.microsoft.com/office/drawing/2014/main" id="{30A80A20-28DD-E977-75A8-60D1C104A94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80377" y="1263648"/>
                        <a:ext cx="641384" cy="41462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00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zh-CN" altLang="en-US" sz="200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𝜅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82" name="文本框 21">
                        <a:extLst>
                          <a:ext uri="{FF2B5EF4-FFF2-40B4-BE49-F238E27FC236}">
                            <a16:creationId xmlns:a16="http://schemas.microsoft.com/office/drawing/2014/main" id="{30A80A20-28DD-E977-75A8-60D1C104A94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80377" y="1263648"/>
                        <a:ext cx="641384" cy="414627"/>
                      </a:xfrm>
                      <a:prstGeom prst="rect">
                        <a:avLst/>
                      </a:prstGeom>
                      <a:blipFill>
                        <a:blip r:embed="rId22"/>
                        <a:stretch>
                          <a:fillRect b="-588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83" name="文本框 22">
                        <a:extLst>
                          <a:ext uri="{FF2B5EF4-FFF2-40B4-BE49-F238E27FC236}">
                            <a16:creationId xmlns:a16="http://schemas.microsoft.com/office/drawing/2014/main" id="{6D3F15D9-39BF-57F5-4039-4670B01CBA20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25572" y="2329605"/>
                        <a:ext cx="262815" cy="36932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𝛿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83" name="文本框 22">
                        <a:extLst>
                          <a:ext uri="{FF2B5EF4-FFF2-40B4-BE49-F238E27FC236}">
                            <a16:creationId xmlns:a16="http://schemas.microsoft.com/office/drawing/2014/main" id="{6D3F15D9-39BF-57F5-4039-4670B01CBA2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25572" y="2329605"/>
                        <a:ext cx="262815" cy="369327"/>
                      </a:xfrm>
                      <a:prstGeom prst="rect">
                        <a:avLst/>
                      </a:prstGeom>
                      <a:blipFill>
                        <a:blip r:embed="rId23"/>
                        <a:stretch>
                          <a:fillRect l="-26190" b="-491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84" name="文本框 6">
                        <a:extLst>
                          <a:ext uri="{FF2B5EF4-FFF2-40B4-BE49-F238E27FC236}">
                            <a16:creationId xmlns:a16="http://schemas.microsoft.com/office/drawing/2014/main" id="{48545F51-EEEB-7731-8AE9-83EC8FC7059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31763" y="4546812"/>
                        <a:ext cx="306382" cy="2565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𝐴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84" name="文本框 6">
                        <a:extLst>
                          <a:ext uri="{FF2B5EF4-FFF2-40B4-BE49-F238E27FC236}">
                            <a16:creationId xmlns:a16="http://schemas.microsoft.com/office/drawing/2014/main" id="{48545F51-EEEB-7731-8AE9-83EC8FC7059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31763" y="4546812"/>
                        <a:ext cx="306382" cy="256543"/>
                      </a:xfrm>
                      <a:prstGeom prst="rect">
                        <a:avLst/>
                      </a:prstGeom>
                      <a:blipFill>
                        <a:blip r:embed="rId24"/>
                        <a:stretch>
                          <a:fillRect l="-16327" b="-4651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85" name="文本框 7">
                        <a:extLst>
                          <a:ext uri="{FF2B5EF4-FFF2-40B4-BE49-F238E27FC236}">
                            <a16:creationId xmlns:a16="http://schemas.microsoft.com/office/drawing/2014/main" id="{54E2B4A2-79B0-80E5-DFAC-5502B9627C4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216862" y="5010287"/>
                        <a:ext cx="306382" cy="2565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|</m:t>
                              </m:r>
                              <m:r>
                                <a:rPr lang="en-US" altLang="zh-CN" sz="2000" i="1" smtClean="0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𝐵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|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85" name="文本框 7">
                        <a:extLst>
                          <a:ext uri="{FF2B5EF4-FFF2-40B4-BE49-F238E27FC236}">
                            <a16:creationId xmlns:a16="http://schemas.microsoft.com/office/drawing/2014/main" id="{54E2B4A2-79B0-80E5-DFAC-5502B9627C4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216862" y="5010287"/>
                        <a:ext cx="306382" cy="256543"/>
                      </a:xfrm>
                      <a:prstGeom prst="rect">
                        <a:avLst/>
                      </a:prstGeom>
                      <a:blipFill>
                        <a:blip r:embed="rId25"/>
                        <a:stretch>
                          <a:fillRect l="-54000" r="-34000" b="-8333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86" name="文本框 8">
                        <a:extLst>
                          <a:ext uri="{FF2B5EF4-FFF2-40B4-BE49-F238E27FC236}">
                            <a16:creationId xmlns:a16="http://schemas.microsoft.com/office/drawing/2014/main" id="{74964093-32A9-C51D-0819-FA17B65E37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67720" y="4604017"/>
                        <a:ext cx="306382" cy="2565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𝐶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86" name="文本框 8">
                        <a:extLst>
                          <a:ext uri="{FF2B5EF4-FFF2-40B4-BE49-F238E27FC236}">
                            <a16:creationId xmlns:a16="http://schemas.microsoft.com/office/drawing/2014/main" id="{74964093-32A9-C51D-0819-FA17B65E37D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67720" y="4604017"/>
                        <a:ext cx="306382" cy="256543"/>
                      </a:xfrm>
                      <a:prstGeom prst="rect">
                        <a:avLst/>
                      </a:prstGeom>
                      <a:blipFill>
                        <a:blip r:embed="rId26"/>
                        <a:stretch>
                          <a:fillRect l="-14000" b="-50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87" name="文本框 21">
                        <a:extLst>
                          <a:ext uri="{FF2B5EF4-FFF2-40B4-BE49-F238E27FC236}">
                            <a16:creationId xmlns:a16="http://schemas.microsoft.com/office/drawing/2014/main" id="{A65EDCAC-06B6-B7E3-26F3-02685B6E3CD0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302055" y="1374321"/>
                        <a:ext cx="641385" cy="47947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00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zh-CN" altLang="en-US" sz="2000" b="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𝛼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87" name="文本框 21">
                        <a:extLst>
                          <a:ext uri="{FF2B5EF4-FFF2-40B4-BE49-F238E27FC236}">
                            <a16:creationId xmlns:a16="http://schemas.microsoft.com/office/drawing/2014/main" id="{A65EDCAC-06B6-B7E3-26F3-02685B6E3CD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302055" y="1374321"/>
                        <a:ext cx="641385" cy="479471"/>
                      </a:xfrm>
                      <a:prstGeom prst="rect">
                        <a:avLst/>
                      </a:prstGeom>
                      <a:blipFill>
                        <a:blip r:embed="rId2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263" name="TextBox 262">
                  <a:extLst>
                    <a:ext uri="{FF2B5EF4-FFF2-40B4-BE49-F238E27FC236}">
                      <a16:creationId xmlns:a16="http://schemas.microsoft.com/office/drawing/2014/main" id="{BB191E70-7E91-75B8-395B-A68FB807A5A6}"/>
                    </a:ext>
                  </a:extLst>
                </p:cNvPr>
                <p:cNvSpPr txBox="1"/>
                <p:nvPr/>
              </p:nvSpPr>
              <p:spPr>
                <a:xfrm rot="1998811">
                  <a:off x="2947782" y="1876188"/>
                  <a:ext cx="76655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32.9%</a:t>
                  </a:r>
                </a:p>
              </p:txBody>
            </p:sp>
            <p:sp>
              <p:nvSpPr>
                <p:cNvPr id="264" name="TextBox 263">
                  <a:extLst>
                    <a:ext uri="{FF2B5EF4-FFF2-40B4-BE49-F238E27FC236}">
                      <a16:creationId xmlns:a16="http://schemas.microsoft.com/office/drawing/2014/main" id="{44F38EFA-0651-7662-96A9-E4BF2495003C}"/>
                    </a:ext>
                  </a:extLst>
                </p:cNvPr>
                <p:cNvSpPr txBox="1"/>
                <p:nvPr/>
              </p:nvSpPr>
              <p:spPr>
                <a:xfrm rot="1872829">
                  <a:off x="3087001" y="1673183"/>
                  <a:ext cx="76655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33.1%</a:t>
                  </a:r>
                </a:p>
              </p:txBody>
            </p:sp>
            <p:sp>
              <p:nvSpPr>
                <p:cNvPr id="265" name="TextBox 264">
                  <a:extLst>
                    <a:ext uri="{FF2B5EF4-FFF2-40B4-BE49-F238E27FC236}">
                      <a16:creationId xmlns:a16="http://schemas.microsoft.com/office/drawing/2014/main" id="{00A6428C-2092-6C31-A3EC-AA60D042D15D}"/>
                    </a:ext>
                  </a:extLst>
                </p:cNvPr>
                <p:cNvSpPr txBox="1"/>
                <p:nvPr/>
              </p:nvSpPr>
              <p:spPr>
                <a:xfrm>
                  <a:off x="2409937" y="1619880"/>
                  <a:ext cx="498855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1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2016</a:t>
                  </a:r>
                </a:p>
              </p:txBody>
            </p:sp>
            <p:sp>
              <p:nvSpPr>
                <p:cNvPr id="266" name="TextBox 265">
                  <a:extLst>
                    <a:ext uri="{FF2B5EF4-FFF2-40B4-BE49-F238E27FC236}">
                      <a16:creationId xmlns:a16="http://schemas.microsoft.com/office/drawing/2014/main" id="{0C4AEF83-9F0D-975F-EDA8-9A4FD48E35E5}"/>
                    </a:ext>
                  </a:extLst>
                </p:cNvPr>
                <p:cNvSpPr txBox="1"/>
                <p:nvPr/>
              </p:nvSpPr>
              <p:spPr>
                <a:xfrm>
                  <a:off x="2470653" y="1423744"/>
                  <a:ext cx="498855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1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2023</a:t>
                  </a:r>
                </a:p>
              </p:txBody>
            </p:sp>
            <p:sp>
              <p:nvSpPr>
                <p:cNvPr id="267" name="TextBox 266">
                  <a:extLst>
                    <a:ext uri="{FF2B5EF4-FFF2-40B4-BE49-F238E27FC236}">
                      <a16:creationId xmlns:a16="http://schemas.microsoft.com/office/drawing/2014/main" id="{A52840BB-6A92-6EBD-D8D9-D152AF999AA1}"/>
                    </a:ext>
                  </a:extLst>
                </p:cNvPr>
                <p:cNvSpPr txBox="1"/>
                <p:nvPr/>
              </p:nvSpPr>
              <p:spPr>
                <a:xfrm rot="4450356">
                  <a:off x="3709523" y="2517467"/>
                  <a:ext cx="69762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0.317</a:t>
                  </a:r>
                </a:p>
              </p:txBody>
            </p:sp>
            <p:sp>
              <p:nvSpPr>
                <p:cNvPr id="268" name="TextBox 267">
                  <a:extLst>
                    <a:ext uri="{FF2B5EF4-FFF2-40B4-BE49-F238E27FC236}">
                      <a16:creationId xmlns:a16="http://schemas.microsoft.com/office/drawing/2014/main" id="{03D47FCD-2018-DAF9-C906-63CCC92ADE0F}"/>
                    </a:ext>
                  </a:extLst>
                </p:cNvPr>
                <p:cNvSpPr txBox="1"/>
                <p:nvPr/>
              </p:nvSpPr>
              <p:spPr>
                <a:xfrm rot="4362618">
                  <a:off x="3458937" y="2568974"/>
                  <a:ext cx="69762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0.321</a:t>
                  </a:r>
                </a:p>
              </p:txBody>
            </p:sp>
            <p:sp>
              <p:nvSpPr>
                <p:cNvPr id="269" name="Partial Circle 268">
                  <a:extLst>
                    <a:ext uri="{FF2B5EF4-FFF2-40B4-BE49-F238E27FC236}">
                      <a16:creationId xmlns:a16="http://schemas.microsoft.com/office/drawing/2014/main" id="{50DD2CCB-E71F-9AA9-BA13-25158CFE1D3F}"/>
                    </a:ext>
                  </a:extLst>
                </p:cNvPr>
                <p:cNvSpPr/>
                <p:nvPr/>
              </p:nvSpPr>
              <p:spPr>
                <a:xfrm>
                  <a:off x="834945" y="1583249"/>
                  <a:ext cx="3200400" cy="3200400"/>
                </a:xfrm>
                <a:prstGeom prst="pie">
                  <a:avLst>
                    <a:gd name="adj1" fmla="val 10752796"/>
                    <a:gd name="adj2" fmla="val 15122580"/>
                  </a:avLst>
                </a:prstGeom>
                <a:solidFill>
                  <a:srgbClr val="B0DF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0" name="Partial Circle 269">
                  <a:extLst>
                    <a:ext uri="{FF2B5EF4-FFF2-40B4-BE49-F238E27FC236}">
                      <a16:creationId xmlns:a16="http://schemas.microsoft.com/office/drawing/2014/main" id="{D409A6F2-3346-73AA-09B3-C32D803E33C6}"/>
                    </a:ext>
                  </a:extLst>
                </p:cNvPr>
                <p:cNvSpPr/>
                <p:nvPr/>
              </p:nvSpPr>
              <p:spPr>
                <a:xfrm>
                  <a:off x="834491" y="1601121"/>
                  <a:ext cx="3200400" cy="3200400"/>
                </a:xfrm>
                <a:prstGeom prst="pie">
                  <a:avLst>
                    <a:gd name="adj1" fmla="val 2154102"/>
                    <a:gd name="adj2" fmla="val 8665389"/>
                  </a:avLst>
                </a:prstGeom>
                <a:solidFill>
                  <a:srgbClr val="DFCA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rgbClr val="00F5D4"/>
                    </a:solidFill>
                  </a:endParaRPr>
                </a:p>
              </p:txBody>
            </p:sp>
            <p:sp>
              <p:nvSpPr>
                <p:cNvPr id="271" name="TextBox 270">
                  <a:extLst>
                    <a:ext uri="{FF2B5EF4-FFF2-40B4-BE49-F238E27FC236}">
                      <a16:creationId xmlns:a16="http://schemas.microsoft.com/office/drawing/2014/main" id="{7585DAF7-AF9F-5EBC-DF1A-47E0F581E5F1}"/>
                    </a:ext>
                  </a:extLst>
                </p:cNvPr>
                <p:cNvSpPr txBox="1"/>
                <p:nvPr/>
              </p:nvSpPr>
              <p:spPr>
                <a:xfrm rot="19415433">
                  <a:off x="1133864" y="1876187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46.7%</a:t>
                  </a:r>
                </a:p>
              </p:txBody>
            </p:sp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4FF7022C-3EF2-77B4-7059-CE95DD89AEC5}"/>
                    </a:ext>
                  </a:extLst>
                </p:cNvPr>
                <p:cNvSpPr txBox="1"/>
                <p:nvPr/>
              </p:nvSpPr>
              <p:spPr>
                <a:xfrm rot="19460468">
                  <a:off x="985508" y="1673182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47.1%</a:t>
                  </a:r>
                </a:p>
              </p:txBody>
            </p:sp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75C43FDF-63FE-AE88-423D-DDF18FF79D6D}"/>
                    </a:ext>
                  </a:extLst>
                </p:cNvPr>
                <p:cNvSpPr txBox="1"/>
                <p:nvPr/>
              </p:nvSpPr>
              <p:spPr>
                <a:xfrm rot="17343629">
                  <a:off x="653436" y="2558305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0.079</a:t>
                  </a:r>
                </a:p>
              </p:txBody>
            </p:sp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53F30724-E8C7-DC65-F760-C63811CAD91E}"/>
                    </a:ext>
                  </a:extLst>
                </p:cNvPr>
                <p:cNvSpPr txBox="1"/>
                <p:nvPr/>
              </p:nvSpPr>
              <p:spPr>
                <a:xfrm rot="17357952">
                  <a:off x="423558" y="2484236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0.075</a:t>
                  </a:r>
                </a:p>
              </p:txBody>
            </p:sp>
            <p:sp>
              <p:nvSpPr>
                <p:cNvPr id="275" name="TextBox 274">
                  <a:extLst>
                    <a:ext uri="{FF2B5EF4-FFF2-40B4-BE49-F238E27FC236}">
                      <a16:creationId xmlns:a16="http://schemas.microsoft.com/office/drawing/2014/main" id="{7AA522A6-1C0F-D2EE-FCF2-241AE38C6BAE}"/>
                    </a:ext>
                  </a:extLst>
                </p:cNvPr>
                <p:cNvSpPr txBox="1"/>
                <p:nvPr/>
              </p:nvSpPr>
              <p:spPr>
                <a:xfrm rot="19343146">
                  <a:off x="2976370" y="4147458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8.20</a:t>
                  </a:r>
                </a:p>
              </p:txBody>
            </p:sp>
            <p:sp>
              <p:nvSpPr>
                <p:cNvPr id="276" name="TextBox 275">
                  <a:extLst>
                    <a:ext uri="{FF2B5EF4-FFF2-40B4-BE49-F238E27FC236}">
                      <a16:creationId xmlns:a16="http://schemas.microsoft.com/office/drawing/2014/main" id="{DB99B9E1-09A1-6826-D024-73D971BAE2A3}"/>
                    </a:ext>
                  </a:extLst>
                </p:cNvPr>
                <p:cNvSpPr txBox="1"/>
                <p:nvPr/>
              </p:nvSpPr>
              <p:spPr>
                <a:xfrm rot="19232585">
                  <a:off x="3136626" y="4341842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8.02</a:t>
                  </a:r>
                </a:p>
              </p:txBody>
            </p:sp>
            <p:sp>
              <p:nvSpPr>
                <p:cNvPr id="277" name="TextBox 276">
                  <a:extLst>
                    <a:ext uri="{FF2B5EF4-FFF2-40B4-BE49-F238E27FC236}">
                      <a16:creationId xmlns:a16="http://schemas.microsoft.com/office/drawing/2014/main" id="{AC24A083-690A-95DD-814F-AF936058A6BB}"/>
                    </a:ext>
                  </a:extLst>
                </p:cNvPr>
                <p:cNvSpPr txBox="1"/>
                <p:nvPr/>
              </p:nvSpPr>
              <p:spPr>
                <a:xfrm>
                  <a:off x="2082230" y="4485408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0.099</a:t>
                  </a:r>
                </a:p>
              </p:txBody>
            </p:sp>
            <p:sp>
              <p:nvSpPr>
                <p:cNvPr id="278" name="TextBox 277">
                  <a:extLst>
                    <a:ext uri="{FF2B5EF4-FFF2-40B4-BE49-F238E27FC236}">
                      <a16:creationId xmlns:a16="http://schemas.microsoft.com/office/drawing/2014/main" id="{F2D1789F-F5B5-543F-4D1E-393452E403BB}"/>
                    </a:ext>
                  </a:extLst>
                </p:cNvPr>
                <p:cNvSpPr txBox="1"/>
                <p:nvPr/>
              </p:nvSpPr>
              <p:spPr>
                <a:xfrm>
                  <a:off x="2089140" y="4732526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0.098</a:t>
                  </a:r>
                </a:p>
              </p:txBody>
            </p:sp>
            <p:sp>
              <p:nvSpPr>
                <p:cNvPr id="279" name="TextBox 278">
                  <a:extLst>
                    <a:ext uri="{FF2B5EF4-FFF2-40B4-BE49-F238E27FC236}">
                      <a16:creationId xmlns:a16="http://schemas.microsoft.com/office/drawing/2014/main" id="{D1D6AA8D-754A-646E-AD91-32BDB3D973E1}"/>
                    </a:ext>
                  </a:extLst>
                </p:cNvPr>
                <p:cNvSpPr txBox="1"/>
                <p:nvPr/>
              </p:nvSpPr>
              <p:spPr>
                <a:xfrm rot="2122247">
                  <a:off x="1145732" y="4205060"/>
                  <a:ext cx="84287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0.0061</a:t>
                  </a:r>
                </a:p>
              </p:txBody>
            </p:sp>
            <p:sp>
              <p:nvSpPr>
                <p:cNvPr id="280" name="TextBox 279">
                  <a:extLst>
                    <a:ext uri="{FF2B5EF4-FFF2-40B4-BE49-F238E27FC236}">
                      <a16:creationId xmlns:a16="http://schemas.microsoft.com/office/drawing/2014/main" id="{0A978F23-0AB8-D5B4-41F1-F9A4BE2B5F78}"/>
                    </a:ext>
                  </a:extLst>
                </p:cNvPr>
                <p:cNvSpPr txBox="1"/>
                <p:nvPr/>
              </p:nvSpPr>
              <p:spPr>
                <a:xfrm rot="2298318">
                  <a:off x="1020562" y="4386045"/>
                  <a:ext cx="84287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0.0065</a:t>
                  </a:r>
                </a:p>
              </p:txBody>
            </p:sp>
          </p:grpSp>
          <p:sp>
            <p:nvSpPr>
              <p:cNvPr id="100" name="文本框 51">
                <a:extLst>
                  <a:ext uri="{FF2B5EF4-FFF2-40B4-BE49-F238E27FC236}">
                    <a16:creationId xmlns:a16="http://schemas.microsoft.com/office/drawing/2014/main" id="{5943C09D-93FC-F27C-3A12-D1DF69E3889F}"/>
                  </a:ext>
                </a:extLst>
              </p:cNvPr>
              <p:cNvSpPr txBox="1"/>
              <p:nvPr/>
            </p:nvSpPr>
            <p:spPr>
              <a:xfrm>
                <a:off x="8820653" y="798266"/>
                <a:ext cx="351161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rgbClr val="47A2DE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Latin America</a:t>
                </a:r>
              </a:p>
            </p:txBody>
          </p:sp>
          <p:pic>
            <p:nvPicPr>
              <p:cNvPr id="224" name="Graphic 223">
                <a:extLst>
                  <a:ext uri="{FF2B5EF4-FFF2-40B4-BE49-F238E27FC236}">
                    <a16:creationId xmlns:a16="http://schemas.microsoft.com/office/drawing/2014/main" id="{C379B05F-2EBD-1AC9-7EFC-9ED5A9963E0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p:blipFill>
            <p:spPr>
              <a:xfrm>
                <a:off x="9166643" y="1938072"/>
                <a:ext cx="2743200" cy="27432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6209754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AD0BC-F5C5-1587-B2E4-EBE8AF124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B34E9A42-51C4-E3CD-0371-3AE0CEAF12C3}"/>
              </a:ext>
            </a:extLst>
          </p:cNvPr>
          <p:cNvGrpSpPr/>
          <p:nvPr/>
        </p:nvGrpSpPr>
        <p:grpSpPr>
          <a:xfrm>
            <a:off x="114954" y="798266"/>
            <a:ext cx="12176969" cy="5131313"/>
            <a:chOff x="114954" y="798266"/>
            <a:chExt cx="12176969" cy="5131313"/>
          </a:xfrm>
        </p:grpSpPr>
        <p:sp>
          <p:nvSpPr>
            <p:cNvPr id="101" name="文本框 27">
              <a:extLst>
                <a:ext uri="{FF2B5EF4-FFF2-40B4-BE49-F238E27FC236}">
                  <a16:creationId xmlns:a16="http://schemas.microsoft.com/office/drawing/2014/main" id="{96665002-DDDC-124B-8FCA-4DAA7625FB8B}"/>
                </a:ext>
              </a:extLst>
            </p:cNvPr>
            <p:cNvSpPr txBox="1"/>
            <p:nvPr/>
          </p:nvSpPr>
          <p:spPr>
            <a:xfrm>
              <a:off x="4909664" y="5560247"/>
              <a:ext cx="1144471" cy="369332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/>
              <a:r>
                <a:rPr lang="en-US" altLang="zh-CN" dirty="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2016</a:t>
              </a:r>
            </a:p>
          </p:txBody>
        </p:sp>
        <p:grpSp>
          <p:nvGrpSpPr>
            <p:cNvPr id="102" name="组合 30">
              <a:extLst>
                <a:ext uri="{FF2B5EF4-FFF2-40B4-BE49-F238E27FC236}">
                  <a16:creationId xmlns:a16="http://schemas.microsoft.com/office/drawing/2014/main" id="{BED3DF58-69A6-FD34-B9C8-6EB7BADC956B}"/>
                </a:ext>
              </a:extLst>
            </p:cNvPr>
            <p:cNvGrpSpPr/>
            <p:nvPr/>
          </p:nvGrpSpPr>
          <p:grpSpPr>
            <a:xfrm>
              <a:off x="6096000" y="5608298"/>
              <a:ext cx="1364859" cy="273229"/>
              <a:chOff x="6153" y="11442"/>
              <a:chExt cx="1740" cy="348"/>
            </a:xfrm>
          </p:grpSpPr>
          <p:sp>
            <p:nvSpPr>
              <p:cNvPr id="103" name="圆角矩形 3">
                <a:extLst>
                  <a:ext uri="{FF2B5EF4-FFF2-40B4-BE49-F238E27FC236}">
                    <a16:creationId xmlns:a16="http://schemas.microsoft.com/office/drawing/2014/main" id="{5876AF4A-4658-20F3-9716-095918D152A6}"/>
                  </a:ext>
                </a:extLst>
              </p:cNvPr>
              <p:cNvSpPr/>
              <p:nvPr/>
            </p:nvSpPr>
            <p:spPr>
              <a:xfrm>
                <a:off x="6153" y="11442"/>
                <a:ext cx="536" cy="348"/>
              </a:xfrm>
              <a:prstGeom prst="roundRect">
                <a:avLst/>
              </a:prstGeom>
              <a:solidFill>
                <a:srgbClr val="E85748">
                  <a:alpha val="70000"/>
                </a:srgbClr>
              </a:solidFill>
              <a:ln w="19050"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4" name="圆角矩形 28">
                <a:extLst>
                  <a:ext uri="{FF2B5EF4-FFF2-40B4-BE49-F238E27FC236}">
                    <a16:creationId xmlns:a16="http://schemas.microsoft.com/office/drawing/2014/main" id="{805E8EE4-4733-A5C8-99C9-A1EFA01062BC}"/>
                  </a:ext>
                </a:extLst>
              </p:cNvPr>
              <p:cNvSpPr/>
              <p:nvPr/>
            </p:nvSpPr>
            <p:spPr>
              <a:xfrm>
                <a:off x="6761" y="11442"/>
                <a:ext cx="530" cy="338"/>
              </a:xfrm>
              <a:prstGeom prst="roundRect">
                <a:avLst/>
              </a:prstGeom>
              <a:solidFill>
                <a:srgbClr val="F39F1B">
                  <a:alpha val="70000"/>
                </a:srgbClr>
              </a:solidFill>
              <a:ln w="19050"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5" name="圆角矩形 29">
                <a:extLst>
                  <a:ext uri="{FF2B5EF4-FFF2-40B4-BE49-F238E27FC236}">
                    <a16:creationId xmlns:a16="http://schemas.microsoft.com/office/drawing/2014/main" id="{9C85905E-9EF6-7AF4-3668-32F7EED5800F}"/>
                  </a:ext>
                </a:extLst>
              </p:cNvPr>
              <p:cNvSpPr/>
              <p:nvPr/>
            </p:nvSpPr>
            <p:spPr>
              <a:xfrm>
                <a:off x="7363" y="11442"/>
                <a:ext cx="530" cy="338"/>
              </a:xfrm>
              <a:prstGeom prst="roundRect">
                <a:avLst/>
              </a:prstGeom>
              <a:solidFill>
                <a:srgbClr val="47A2DE">
                  <a:alpha val="70000"/>
                </a:srgbClr>
              </a:solidFill>
              <a:ln w="19050"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10" name="文本框 45">
              <a:extLst>
                <a:ext uri="{FF2B5EF4-FFF2-40B4-BE49-F238E27FC236}">
                  <a16:creationId xmlns:a16="http://schemas.microsoft.com/office/drawing/2014/main" id="{53ECE674-9E1F-52DA-8C66-39522EC5F5F8}"/>
                </a:ext>
              </a:extLst>
            </p:cNvPr>
            <p:cNvSpPr txBox="1"/>
            <p:nvPr/>
          </p:nvSpPr>
          <p:spPr>
            <a:xfrm>
              <a:off x="7252992" y="5542976"/>
              <a:ext cx="1144471" cy="369332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ctr"/>
              <a:r>
                <a:rPr lang="en-US" altLang="zh-CN" dirty="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2023</a:t>
              </a:r>
            </a:p>
          </p:txBody>
        </p:sp>
        <p:grpSp>
          <p:nvGrpSpPr>
            <p:cNvPr id="289" name="Group 288">
              <a:extLst>
                <a:ext uri="{FF2B5EF4-FFF2-40B4-BE49-F238E27FC236}">
                  <a16:creationId xmlns:a16="http://schemas.microsoft.com/office/drawing/2014/main" id="{FA2F9C86-C4E4-C926-5F64-23E03A774113}"/>
                </a:ext>
              </a:extLst>
            </p:cNvPr>
            <p:cNvGrpSpPr/>
            <p:nvPr/>
          </p:nvGrpSpPr>
          <p:grpSpPr>
            <a:xfrm>
              <a:off x="114954" y="798266"/>
              <a:ext cx="4007289" cy="4565994"/>
              <a:chOff x="-114026" y="798266"/>
              <a:chExt cx="4007289" cy="4565994"/>
            </a:xfrm>
          </p:grpSpPr>
          <p:sp>
            <p:nvSpPr>
              <p:cNvPr id="96" name="文本框 24">
                <a:extLst>
                  <a:ext uri="{FF2B5EF4-FFF2-40B4-BE49-F238E27FC236}">
                    <a16:creationId xmlns:a16="http://schemas.microsoft.com/office/drawing/2014/main" id="{FDCD2A94-6004-AE66-1330-1BC3085B6781}"/>
                  </a:ext>
                </a:extLst>
              </p:cNvPr>
              <p:cNvSpPr txBox="1"/>
              <p:nvPr/>
            </p:nvSpPr>
            <p:spPr>
              <a:xfrm>
                <a:off x="1074900" y="798266"/>
                <a:ext cx="15933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rgbClr val="E85748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Africa</a:t>
                </a:r>
              </a:p>
            </p:txBody>
          </p:sp>
          <p:grpSp>
            <p:nvGrpSpPr>
              <p:cNvPr id="144" name="Group 143">
                <a:extLst>
                  <a:ext uri="{FF2B5EF4-FFF2-40B4-BE49-F238E27FC236}">
                    <a16:creationId xmlns:a16="http://schemas.microsoft.com/office/drawing/2014/main" id="{BDE16FD9-FE30-5EE9-21C1-1990787A3148}"/>
                  </a:ext>
                </a:extLst>
              </p:cNvPr>
              <p:cNvGrpSpPr/>
              <p:nvPr/>
            </p:nvGrpSpPr>
            <p:grpSpPr>
              <a:xfrm>
                <a:off x="-114026" y="1336717"/>
                <a:ext cx="4007289" cy="4027543"/>
                <a:chOff x="445723" y="1232543"/>
                <a:chExt cx="4007289" cy="4027543"/>
              </a:xfrm>
            </p:grpSpPr>
            <p:sp>
              <p:nvSpPr>
                <p:cNvPr id="8" name="Partial Circle 7">
                  <a:extLst>
                    <a:ext uri="{FF2B5EF4-FFF2-40B4-BE49-F238E27FC236}">
                      <a16:creationId xmlns:a16="http://schemas.microsoft.com/office/drawing/2014/main" id="{14C26656-FB5B-6D11-C1A2-78A763A2F593}"/>
                    </a:ext>
                  </a:extLst>
                </p:cNvPr>
                <p:cNvSpPr/>
                <p:nvPr/>
              </p:nvSpPr>
              <p:spPr>
                <a:xfrm>
                  <a:off x="613962" y="1368091"/>
                  <a:ext cx="3657600" cy="3657600"/>
                </a:xfrm>
                <a:prstGeom prst="pie">
                  <a:avLst>
                    <a:gd name="adj1" fmla="val 17242230"/>
                    <a:gd name="adj2" fmla="val 21313"/>
                  </a:avLst>
                </a:prstGeom>
                <a:solidFill>
                  <a:srgbClr val="A79ADF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5" name="Partial Circle 54">
                  <a:extLst>
                    <a:ext uri="{FF2B5EF4-FFF2-40B4-BE49-F238E27FC236}">
                      <a16:creationId xmlns:a16="http://schemas.microsoft.com/office/drawing/2014/main" id="{ACDA55E6-7118-F129-5760-E0E5C57C4E4C}"/>
                    </a:ext>
                  </a:extLst>
                </p:cNvPr>
                <p:cNvSpPr/>
                <p:nvPr/>
              </p:nvSpPr>
              <p:spPr>
                <a:xfrm>
                  <a:off x="602759" y="1369023"/>
                  <a:ext cx="3657600" cy="3657600"/>
                </a:xfrm>
                <a:prstGeom prst="pie">
                  <a:avLst>
                    <a:gd name="adj1" fmla="val 10761800"/>
                    <a:gd name="adj2" fmla="val 15143024"/>
                  </a:avLst>
                </a:prstGeom>
                <a:solidFill>
                  <a:srgbClr val="B0DF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" name="Partial Circle 52">
                  <a:extLst>
                    <a:ext uri="{FF2B5EF4-FFF2-40B4-BE49-F238E27FC236}">
                      <a16:creationId xmlns:a16="http://schemas.microsoft.com/office/drawing/2014/main" id="{21FF4069-BEFA-BDE8-8248-9D06FA3B2674}"/>
                    </a:ext>
                  </a:extLst>
                </p:cNvPr>
                <p:cNvSpPr/>
                <p:nvPr/>
              </p:nvSpPr>
              <p:spPr>
                <a:xfrm>
                  <a:off x="826871" y="1601122"/>
                  <a:ext cx="3200400" cy="3200400"/>
                </a:xfrm>
                <a:prstGeom prst="pie">
                  <a:avLst>
                    <a:gd name="adj1" fmla="val 17267760"/>
                    <a:gd name="adj2" fmla="val 6512"/>
                  </a:avLst>
                </a:prstGeom>
                <a:solidFill>
                  <a:srgbClr val="A79ADF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1" name="Partial Circle 50">
                  <a:extLst>
                    <a:ext uri="{FF2B5EF4-FFF2-40B4-BE49-F238E27FC236}">
                      <a16:creationId xmlns:a16="http://schemas.microsoft.com/office/drawing/2014/main" id="{AD898B8F-0211-7257-A122-AFC1F6FE7F22}"/>
                    </a:ext>
                  </a:extLst>
                </p:cNvPr>
                <p:cNvSpPr/>
                <p:nvPr/>
              </p:nvSpPr>
              <p:spPr>
                <a:xfrm>
                  <a:off x="600841" y="1386003"/>
                  <a:ext cx="3657600" cy="3657600"/>
                </a:xfrm>
                <a:prstGeom prst="pie">
                  <a:avLst>
                    <a:gd name="adj1" fmla="val 2118224"/>
                    <a:gd name="adj2" fmla="val 8689523"/>
                  </a:avLst>
                </a:prstGeom>
                <a:solidFill>
                  <a:srgbClr val="DFCA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rgbClr val="00F5D4"/>
                    </a:solidFill>
                  </a:endParaRPr>
                </a:p>
              </p:txBody>
            </p:sp>
            <p:grpSp>
              <p:nvGrpSpPr>
                <p:cNvPr id="30" name="Group 29">
                  <a:extLst>
                    <a:ext uri="{FF2B5EF4-FFF2-40B4-BE49-F238E27FC236}">
                      <a16:creationId xmlns:a16="http://schemas.microsoft.com/office/drawing/2014/main" id="{D7DDA26A-575F-51F1-4A88-3E0E5E788E99}"/>
                    </a:ext>
                  </a:extLst>
                </p:cNvPr>
                <p:cNvGrpSpPr/>
                <p:nvPr/>
              </p:nvGrpSpPr>
              <p:grpSpPr>
                <a:xfrm>
                  <a:off x="445723" y="1232543"/>
                  <a:ext cx="4007289" cy="4027543"/>
                  <a:chOff x="325572" y="1263648"/>
                  <a:chExt cx="4045980" cy="4003182"/>
                </a:xfrm>
              </p:grpSpPr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15" name="文本框 14">
                        <a:extLst>
                          <a:ext uri="{FF2B5EF4-FFF2-40B4-BE49-F238E27FC236}">
                            <a16:creationId xmlns:a16="http://schemas.microsoft.com/office/drawing/2014/main" id="{8B5D5245-36AD-0D87-1EEB-70DC204E171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65170" y="2349105"/>
                        <a:ext cx="306382" cy="39642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𝛽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15" name="文本框 14">
                        <a:extLst>
                          <a:ext uri="{FF2B5EF4-FFF2-40B4-BE49-F238E27FC236}">
                            <a16:creationId xmlns:a16="http://schemas.microsoft.com/office/drawing/2014/main" id="{8B5D5245-36AD-0D87-1EEB-70DC204E171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065170" y="2349105"/>
                        <a:ext cx="306382" cy="396425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 l="-24000" r="-4000" b="-1666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16" name="文本框 21">
                        <a:extLst>
                          <a:ext uri="{FF2B5EF4-FFF2-40B4-BE49-F238E27FC236}">
                            <a16:creationId xmlns:a16="http://schemas.microsoft.com/office/drawing/2014/main" id="{53C01DAE-E46B-DCB4-AD22-CE77DF6B7146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80377" y="1263648"/>
                        <a:ext cx="641384" cy="41462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00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zh-CN" altLang="en-US" sz="200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𝜅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16" name="文本框 21">
                        <a:extLst>
                          <a:ext uri="{FF2B5EF4-FFF2-40B4-BE49-F238E27FC236}">
                            <a16:creationId xmlns:a16="http://schemas.microsoft.com/office/drawing/2014/main" id="{53C01DAE-E46B-DCB4-AD22-CE77DF6B714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80377" y="1263648"/>
                        <a:ext cx="641384" cy="414627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b="-579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17" name="文本框 22">
                        <a:extLst>
                          <a:ext uri="{FF2B5EF4-FFF2-40B4-BE49-F238E27FC236}">
                            <a16:creationId xmlns:a16="http://schemas.microsoft.com/office/drawing/2014/main" id="{7F6E8EDE-1AC9-65B0-868E-D1B84E92D46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25572" y="2329605"/>
                        <a:ext cx="262815" cy="36932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𝛿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17" name="文本框 22">
                        <a:extLst>
                          <a:ext uri="{FF2B5EF4-FFF2-40B4-BE49-F238E27FC236}">
                            <a16:creationId xmlns:a16="http://schemas.microsoft.com/office/drawing/2014/main" id="{7F6E8EDE-1AC9-65B0-868E-D1B84E92D46B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25572" y="2329605"/>
                        <a:ext cx="262815" cy="369327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l="-23256" b="-491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18" name="文本框 6">
                        <a:extLst>
                          <a:ext uri="{FF2B5EF4-FFF2-40B4-BE49-F238E27FC236}">
                            <a16:creationId xmlns:a16="http://schemas.microsoft.com/office/drawing/2014/main" id="{009D626B-2263-CB1B-9BD8-76C8DE7CA79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31763" y="4546812"/>
                        <a:ext cx="306382" cy="2565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𝐴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18" name="文本框 6">
                        <a:extLst>
                          <a:ext uri="{FF2B5EF4-FFF2-40B4-BE49-F238E27FC236}">
                            <a16:creationId xmlns:a16="http://schemas.microsoft.com/office/drawing/2014/main" id="{009D626B-2263-CB1B-9BD8-76C8DE7CA79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31763" y="4546812"/>
                        <a:ext cx="306382" cy="256543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l="-16000" b="-50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19" name="文本框 7">
                        <a:extLst>
                          <a:ext uri="{FF2B5EF4-FFF2-40B4-BE49-F238E27FC236}">
                            <a16:creationId xmlns:a16="http://schemas.microsoft.com/office/drawing/2014/main" id="{A6C60096-9450-E10E-AFAA-7FB325B4FA3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216862" y="5010287"/>
                        <a:ext cx="306382" cy="2565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|</m:t>
                              </m:r>
                              <m:r>
                                <a:rPr lang="en-US" altLang="zh-CN" sz="2000" i="1" smtClean="0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𝐵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|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19" name="文本框 7">
                        <a:extLst>
                          <a:ext uri="{FF2B5EF4-FFF2-40B4-BE49-F238E27FC236}">
                            <a16:creationId xmlns:a16="http://schemas.microsoft.com/office/drawing/2014/main" id="{A6C60096-9450-E10E-AFAA-7FB325B4FA3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216862" y="5010287"/>
                        <a:ext cx="306382" cy="256543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l="-54000" r="-34000" b="-8333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0" name="文本框 8">
                        <a:extLst>
                          <a:ext uri="{FF2B5EF4-FFF2-40B4-BE49-F238E27FC236}">
                            <a16:creationId xmlns:a16="http://schemas.microsoft.com/office/drawing/2014/main" id="{99096C25-8740-5AED-E8CF-AC1B6E7DDB8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67720" y="4604017"/>
                        <a:ext cx="306382" cy="2565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𝐶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0" name="文本框 8">
                        <a:extLst>
                          <a:ext uri="{FF2B5EF4-FFF2-40B4-BE49-F238E27FC236}">
                            <a16:creationId xmlns:a16="http://schemas.microsoft.com/office/drawing/2014/main" id="{99096C25-8740-5AED-E8CF-AC1B6E7DDB8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67720" y="4604017"/>
                        <a:ext cx="306382" cy="256543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 l="-14000" b="-50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8" name="文本框 21">
                        <a:extLst>
                          <a:ext uri="{FF2B5EF4-FFF2-40B4-BE49-F238E27FC236}">
                            <a16:creationId xmlns:a16="http://schemas.microsoft.com/office/drawing/2014/main" id="{DB178288-53C2-01AE-408E-86F01E62D95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268042" y="1284611"/>
                        <a:ext cx="641385" cy="47947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00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zh-CN" altLang="en-US" sz="2000" b="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𝛼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8" name="文本框 21">
                        <a:extLst>
                          <a:ext uri="{FF2B5EF4-FFF2-40B4-BE49-F238E27FC236}">
                            <a16:creationId xmlns:a16="http://schemas.microsoft.com/office/drawing/2014/main" id="{DB178288-53C2-01AE-408E-86F01E62D95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268042" y="1284611"/>
                        <a:ext cx="641385" cy="479471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9551372F-848C-59B4-D713-FF5A2E9CF968}"/>
                    </a:ext>
                  </a:extLst>
                </p:cNvPr>
                <p:cNvSpPr txBox="1"/>
                <p:nvPr/>
              </p:nvSpPr>
              <p:spPr>
                <a:xfrm rot="1998811">
                  <a:off x="2947782" y="1876188"/>
                  <a:ext cx="76655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44.9%</a:t>
                  </a:r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D219F24-A5A6-BB05-08C0-320950FDF17B}"/>
                    </a:ext>
                  </a:extLst>
                </p:cNvPr>
                <p:cNvSpPr txBox="1"/>
                <p:nvPr/>
              </p:nvSpPr>
              <p:spPr>
                <a:xfrm rot="1872829">
                  <a:off x="3087001" y="1673183"/>
                  <a:ext cx="76655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43.7%</a:t>
                  </a:r>
                </a:p>
              </p:txBody>
            </p:sp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23DDF79-E57A-1AE0-0E99-E1C064DFCB0B}"/>
                    </a:ext>
                  </a:extLst>
                </p:cNvPr>
                <p:cNvSpPr txBox="1"/>
                <p:nvPr/>
              </p:nvSpPr>
              <p:spPr>
                <a:xfrm>
                  <a:off x="2409937" y="1619880"/>
                  <a:ext cx="498855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1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2016</a:t>
                  </a:r>
                </a:p>
              </p:txBody>
            </p: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3AB2FC1-6D2F-F860-A9EB-F99185EEE08A}"/>
                    </a:ext>
                  </a:extLst>
                </p:cNvPr>
                <p:cNvSpPr txBox="1"/>
                <p:nvPr/>
              </p:nvSpPr>
              <p:spPr>
                <a:xfrm>
                  <a:off x="2470653" y="1423744"/>
                  <a:ext cx="498855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1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2023</a:t>
                  </a:r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AD45733-5147-C392-5473-72A8037C74C9}"/>
                    </a:ext>
                  </a:extLst>
                </p:cNvPr>
                <p:cNvSpPr txBox="1"/>
                <p:nvPr/>
              </p:nvSpPr>
              <p:spPr>
                <a:xfrm rot="4450356">
                  <a:off x="3709523" y="2517467"/>
                  <a:ext cx="69762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0.264</a:t>
                  </a:r>
                </a:p>
              </p:txBody>
            </p:sp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048494B0-9E83-042D-FEE4-BFEE2A563793}"/>
                    </a:ext>
                  </a:extLst>
                </p:cNvPr>
                <p:cNvSpPr txBox="1"/>
                <p:nvPr/>
              </p:nvSpPr>
              <p:spPr>
                <a:xfrm rot="4362618">
                  <a:off x="3458937" y="2568974"/>
                  <a:ext cx="69762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0.269</a:t>
                  </a:r>
                </a:p>
              </p:txBody>
            </p:sp>
            <p:sp>
              <p:nvSpPr>
                <p:cNvPr id="4" name="Partial Circle 3">
                  <a:extLst>
                    <a:ext uri="{FF2B5EF4-FFF2-40B4-BE49-F238E27FC236}">
                      <a16:creationId xmlns:a16="http://schemas.microsoft.com/office/drawing/2014/main" id="{55133956-DEE0-D2A6-D78D-A051F6E49A6D}"/>
                    </a:ext>
                  </a:extLst>
                </p:cNvPr>
                <p:cNvSpPr/>
                <p:nvPr/>
              </p:nvSpPr>
              <p:spPr>
                <a:xfrm>
                  <a:off x="834945" y="1583249"/>
                  <a:ext cx="3200400" cy="3200400"/>
                </a:xfrm>
                <a:prstGeom prst="pie">
                  <a:avLst>
                    <a:gd name="adj1" fmla="val 10752796"/>
                    <a:gd name="adj2" fmla="val 15122580"/>
                  </a:avLst>
                </a:prstGeom>
                <a:solidFill>
                  <a:srgbClr val="B0DF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" name="Partial Circle 5">
                  <a:extLst>
                    <a:ext uri="{FF2B5EF4-FFF2-40B4-BE49-F238E27FC236}">
                      <a16:creationId xmlns:a16="http://schemas.microsoft.com/office/drawing/2014/main" id="{B52DD066-ADCF-D4E4-ECE7-BB272F54D86A}"/>
                    </a:ext>
                  </a:extLst>
                </p:cNvPr>
                <p:cNvSpPr/>
                <p:nvPr/>
              </p:nvSpPr>
              <p:spPr>
                <a:xfrm>
                  <a:off x="834491" y="1601121"/>
                  <a:ext cx="3200400" cy="3200400"/>
                </a:xfrm>
                <a:prstGeom prst="pie">
                  <a:avLst>
                    <a:gd name="adj1" fmla="val 2154102"/>
                    <a:gd name="adj2" fmla="val 8665389"/>
                  </a:avLst>
                </a:prstGeom>
                <a:solidFill>
                  <a:srgbClr val="DFCA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rgbClr val="00F5D4"/>
                    </a:solidFill>
                  </a:endParaRPr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B8A4432-9D80-3920-79AB-17761A63CCE4}"/>
                    </a:ext>
                  </a:extLst>
                </p:cNvPr>
                <p:cNvSpPr txBox="1"/>
                <p:nvPr/>
              </p:nvSpPr>
              <p:spPr>
                <a:xfrm rot="19415433">
                  <a:off x="1133864" y="1876187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39.0%</a:t>
                  </a:r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4FA6DA4-C50F-BF3C-2068-3CDDD96A2CA1}"/>
                    </a:ext>
                  </a:extLst>
                </p:cNvPr>
                <p:cNvSpPr txBox="1"/>
                <p:nvPr/>
              </p:nvSpPr>
              <p:spPr>
                <a:xfrm rot="19460468">
                  <a:off x="985508" y="1673182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40.3%</a:t>
                  </a:r>
                </a:p>
              </p:txBody>
            </p:sp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6DA95F59-4769-9113-A4D4-B68EC46B0EA5}"/>
                    </a:ext>
                  </a:extLst>
                </p:cNvPr>
                <p:cNvSpPr txBox="1"/>
                <p:nvPr/>
              </p:nvSpPr>
              <p:spPr>
                <a:xfrm rot="17343629">
                  <a:off x="653436" y="2558305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0.088</a:t>
                  </a:r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7E95F28-F1FC-C650-3EBD-E351DB9F46A8}"/>
                    </a:ext>
                  </a:extLst>
                </p:cNvPr>
                <p:cNvSpPr txBox="1"/>
                <p:nvPr/>
              </p:nvSpPr>
              <p:spPr>
                <a:xfrm rot="17357952">
                  <a:off x="423558" y="2484236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0.092</a:t>
                  </a:r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166146C6-EDA7-37B5-6A57-EE381011686F}"/>
                    </a:ext>
                  </a:extLst>
                </p:cNvPr>
                <p:cNvSpPr txBox="1"/>
                <p:nvPr/>
              </p:nvSpPr>
              <p:spPr>
                <a:xfrm rot="19343146">
                  <a:off x="2976370" y="4147458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6.58</a:t>
                  </a:r>
                </a:p>
              </p:txBody>
            </p:sp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FC24BFE-A82B-DE4C-BF61-2E4E67F0170F}"/>
                    </a:ext>
                  </a:extLst>
                </p:cNvPr>
                <p:cNvSpPr txBox="1"/>
                <p:nvPr/>
              </p:nvSpPr>
              <p:spPr>
                <a:xfrm rot="19232585">
                  <a:off x="3136626" y="4341842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6.64</a:t>
                  </a:r>
                </a:p>
              </p:txBody>
            </p:sp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2B698DDC-72CC-2E7E-B71C-A057E6194927}"/>
                    </a:ext>
                  </a:extLst>
                </p:cNvPr>
                <p:cNvSpPr txBox="1"/>
                <p:nvPr/>
              </p:nvSpPr>
              <p:spPr>
                <a:xfrm>
                  <a:off x="2082230" y="4485408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0.048</a:t>
                  </a:r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9F1A45E2-2BBA-5CA3-D89C-F1EE0B33C7D4}"/>
                    </a:ext>
                  </a:extLst>
                </p:cNvPr>
                <p:cNvSpPr txBox="1"/>
                <p:nvPr/>
              </p:nvSpPr>
              <p:spPr>
                <a:xfrm>
                  <a:off x="2089140" y="4732526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0.057</a:t>
                  </a:r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044E1905-0CE1-1B21-B484-B615163A5261}"/>
                    </a:ext>
                  </a:extLst>
                </p:cNvPr>
                <p:cNvSpPr txBox="1"/>
                <p:nvPr/>
              </p:nvSpPr>
              <p:spPr>
                <a:xfrm rot="2122247">
                  <a:off x="1145732" y="4205060"/>
                  <a:ext cx="84287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0.0016</a:t>
                  </a:r>
                </a:p>
              </p:txBody>
            </p:sp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EFCA96EC-15ED-FD2C-FB2F-828B5ABB70AF}"/>
                    </a:ext>
                  </a:extLst>
                </p:cNvPr>
                <p:cNvSpPr txBox="1"/>
                <p:nvPr/>
              </p:nvSpPr>
              <p:spPr>
                <a:xfrm rot="2298318">
                  <a:off x="1020562" y="4386045"/>
                  <a:ext cx="84287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0.0022</a:t>
                  </a:r>
                </a:p>
              </p:txBody>
            </p:sp>
          </p:grpSp>
        </p:grpSp>
        <p:grpSp>
          <p:nvGrpSpPr>
            <p:cNvPr id="290" name="Group 289">
              <a:extLst>
                <a:ext uri="{FF2B5EF4-FFF2-40B4-BE49-F238E27FC236}">
                  <a16:creationId xmlns:a16="http://schemas.microsoft.com/office/drawing/2014/main" id="{E961B361-E855-D350-E9B9-D54FF6DB9CB3}"/>
                </a:ext>
              </a:extLst>
            </p:cNvPr>
            <p:cNvGrpSpPr/>
            <p:nvPr/>
          </p:nvGrpSpPr>
          <p:grpSpPr>
            <a:xfrm>
              <a:off x="4156173" y="798266"/>
              <a:ext cx="4019862" cy="4573614"/>
              <a:chOff x="4215823" y="798266"/>
              <a:chExt cx="4019862" cy="4573614"/>
            </a:xfrm>
          </p:grpSpPr>
          <p:grpSp>
            <p:nvGrpSpPr>
              <p:cNvPr id="226" name="Group 225">
                <a:extLst>
                  <a:ext uri="{FF2B5EF4-FFF2-40B4-BE49-F238E27FC236}">
                    <a16:creationId xmlns:a16="http://schemas.microsoft.com/office/drawing/2014/main" id="{8E37DB41-210E-9778-D3C0-3AC1C519D530}"/>
                  </a:ext>
                </a:extLst>
              </p:cNvPr>
              <p:cNvGrpSpPr/>
              <p:nvPr/>
            </p:nvGrpSpPr>
            <p:grpSpPr>
              <a:xfrm>
                <a:off x="4215823" y="1344337"/>
                <a:ext cx="4019862" cy="4027543"/>
                <a:chOff x="445723" y="1232543"/>
                <a:chExt cx="4019862" cy="4027543"/>
              </a:xfrm>
            </p:grpSpPr>
            <p:sp>
              <p:nvSpPr>
                <p:cNvPr id="227" name="Partial Circle 226">
                  <a:extLst>
                    <a:ext uri="{FF2B5EF4-FFF2-40B4-BE49-F238E27FC236}">
                      <a16:creationId xmlns:a16="http://schemas.microsoft.com/office/drawing/2014/main" id="{FF989215-050E-71C5-B983-625EE41F3C1C}"/>
                    </a:ext>
                  </a:extLst>
                </p:cNvPr>
                <p:cNvSpPr/>
                <p:nvPr/>
              </p:nvSpPr>
              <p:spPr>
                <a:xfrm>
                  <a:off x="613962" y="1368091"/>
                  <a:ext cx="3657600" cy="3657600"/>
                </a:xfrm>
                <a:prstGeom prst="pie">
                  <a:avLst>
                    <a:gd name="adj1" fmla="val 17242230"/>
                    <a:gd name="adj2" fmla="val 21313"/>
                  </a:avLst>
                </a:prstGeom>
                <a:solidFill>
                  <a:srgbClr val="A79ADF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8" name="Partial Circle 227">
                  <a:extLst>
                    <a:ext uri="{FF2B5EF4-FFF2-40B4-BE49-F238E27FC236}">
                      <a16:creationId xmlns:a16="http://schemas.microsoft.com/office/drawing/2014/main" id="{5C93ABE7-305D-5FE7-C0A7-43D433AAA157}"/>
                    </a:ext>
                  </a:extLst>
                </p:cNvPr>
                <p:cNvSpPr/>
                <p:nvPr/>
              </p:nvSpPr>
              <p:spPr>
                <a:xfrm>
                  <a:off x="602759" y="1369023"/>
                  <a:ext cx="3657600" cy="3657600"/>
                </a:xfrm>
                <a:prstGeom prst="pie">
                  <a:avLst>
                    <a:gd name="adj1" fmla="val 10761800"/>
                    <a:gd name="adj2" fmla="val 15143024"/>
                  </a:avLst>
                </a:prstGeom>
                <a:solidFill>
                  <a:srgbClr val="B0DF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9" name="Partial Circle 228">
                  <a:extLst>
                    <a:ext uri="{FF2B5EF4-FFF2-40B4-BE49-F238E27FC236}">
                      <a16:creationId xmlns:a16="http://schemas.microsoft.com/office/drawing/2014/main" id="{82EFC70D-4484-DB71-6A82-CF3D62103919}"/>
                    </a:ext>
                  </a:extLst>
                </p:cNvPr>
                <p:cNvSpPr/>
                <p:nvPr/>
              </p:nvSpPr>
              <p:spPr>
                <a:xfrm>
                  <a:off x="826871" y="1601122"/>
                  <a:ext cx="3200400" cy="3200400"/>
                </a:xfrm>
                <a:prstGeom prst="pie">
                  <a:avLst>
                    <a:gd name="adj1" fmla="val 17267760"/>
                    <a:gd name="adj2" fmla="val 6512"/>
                  </a:avLst>
                </a:prstGeom>
                <a:solidFill>
                  <a:srgbClr val="A79ADF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0" name="Partial Circle 229">
                  <a:extLst>
                    <a:ext uri="{FF2B5EF4-FFF2-40B4-BE49-F238E27FC236}">
                      <a16:creationId xmlns:a16="http://schemas.microsoft.com/office/drawing/2014/main" id="{831388B9-A2EA-2FDA-677B-03F298B31D7A}"/>
                    </a:ext>
                  </a:extLst>
                </p:cNvPr>
                <p:cNvSpPr/>
                <p:nvPr/>
              </p:nvSpPr>
              <p:spPr>
                <a:xfrm>
                  <a:off x="600841" y="1386003"/>
                  <a:ext cx="3657600" cy="3657600"/>
                </a:xfrm>
                <a:prstGeom prst="pie">
                  <a:avLst>
                    <a:gd name="adj1" fmla="val 2118224"/>
                    <a:gd name="adj2" fmla="val 8689523"/>
                  </a:avLst>
                </a:prstGeom>
                <a:solidFill>
                  <a:srgbClr val="DFCA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rgbClr val="00F5D4"/>
                    </a:solidFill>
                  </a:endParaRPr>
                </a:p>
              </p:txBody>
            </p:sp>
            <p:grpSp>
              <p:nvGrpSpPr>
                <p:cNvPr id="231" name="Group 230">
                  <a:extLst>
                    <a:ext uri="{FF2B5EF4-FFF2-40B4-BE49-F238E27FC236}">
                      <a16:creationId xmlns:a16="http://schemas.microsoft.com/office/drawing/2014/main" id="{983CF599-3FA2-26CA-E38A-525B1DCD7B0C}"/>
                    </a:ext>
                  </a:extLst>
                </p:cNvPr>
                <p:cNvGrpSpPr/>
                <p:nvPr/>
              </p:nvGrpSpPr>
              <p:grpSpPr>
                <a:xfrm>
                  <a:off x="445723" y="1232543"/>
                  <a:ext cx="4019862" cy="4027543"/>
                  <a:chOff x="325572" y="1263648"/>
                  <a:chExt cx="4058675" cy="4003182"/>
                </a:xfrm>
              </p:grpSpPr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50" name="文本框 14">
                        <a:extLst>
                          <a:ext uri="{FF2B5EF4-FFF2-40B4-BE49-F238E27FC236}">
                            <a16:creationId xmlns:a16="http://schemas.microsoft.com/office/drawing/2014/main" id="{7A009E24-8E11-9226-448A-7981A63D3FE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77865" y="2320995"/>
                        <a:ext cx="306382" cy="39642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𝛽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50" name="文本框 14">
                        <a:extLst>
                          <a:ext uri="{FF2B5EF4-FFF2-40B4-BE49-F238E27FC236}">
                            <a16:creationId xmlns:a16="http://schemas.microsoft.com/office/drawing/2014/main" id="{7A009E24-8E11-9226-448A-7981A63D3FE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077865" y="2320995"/>
                        <a:ext cx="306382" cy="396425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 l="-24000" r="-4000" b="-1846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51" name="文本框 21">
                        <a:extLst>
                          <a:ext uri="{FF2B5EF4-FFF2-40B4-BE49-F238E27FC236}">
                            <a16:creationId xmlns:a16="http://schemas.microsoft.com/office/drawing/2014/main" id="{61F43B07-9966-0E20-D657-3F471B84C15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80377" y="1263648"/>
                        <a:ext cx="641384" cy="41462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00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zh-CN" altLang="en-US" sz="200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𝜅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51" name="文本框 21">
                        <a:extLst>
                          <a:ext uri="{FF2B5EF4-FFF2-40B4-BE49-F238E27FC236}">
                            <a16:creationId xmlns:a16="http://schemas.microsoft.com/office/drawing/2014/main" id="{61F43B07-9966-0E20-D657-3F471B84C15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80377" y="1263648"/>
                        <a:ext cx="641384" cy="414627"/>
                      </a:xfrm>
                      <a:prstGeom prst="rect">
                        <a:avLst/>
                      </a:prstGeom>
                      <a:blipFill>
                        <a:blip r:embed="rId11"/>
                        <a:stretch>
                          <a:fillRect b="-588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52" name="文本框 22">
                        <a:extLst>
                          <a:ext uri="{FF2B5EF4-FFF2-40B4-BE49-F238E27FC236}">
                            <a16:creationId xmlns:a16="http://schemas.microsoft.com/office/drawing/2014/main" id="{32934DC1-A969-4C53-03E0-50496C45FB6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25572" y="2329605"/>
                        <a:ext cx="262815" cy="36932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𝛿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52" name="文本框 22">
                        <a:extLst>
                          <a:ext uri="{FF2B5EF4-FFF2-40B4-BE49-F238E27FC236}">
                            <a16:creationId xmlns:a16="http://schemas.microsoft.com/office/drawing/2014/main" id="{32934DC1-A969-4C53-03E0-50496C45FB6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25572" y="2329605"/>
                        <a:ext cx="262815" cy="369327"/>
                      </a:xfrm>
                      <a:prstGeom prst="rect">
                        <a:avLst/>
                      </a:prstGeom>
                      <a:blipFill>
                        <a:blip r:embed="rId12"/>
                        <a:stretch>
                          <a:fillRect l="-23810" r="-2381" b="-491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53" name="文本框 6">
                        <a:extLst>
                          <a:ext uri="{FF2B5EF4-FFF2-40B4-BE49-F238E27FC236}">
                            <a16:creationId xmlns:a16="http://schemas.microsoft.com/office/drawing/2014/main" id="{9FCD1623-C9D1-B0C3-D4A2-1B4A33AF4890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31763" y="4546812"/>
                        <a:ext cx="306382" cy="2565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𝐴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53" name="文本框 6">
                        <a:extLst>
                          <a:ext uri="{FF2B5EF4-FFF2-40B4-BE49-F238E27FC236}">
                            <a16:creationId xmlns:a16="http://schemas.microsoft.com/office/drawing/2014/main" id="{9FCD1623-C9D1-B0C3-D4A2-1B4A33AF489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31763" y="4546812"/>
                        <a:ext cx="306382" cy="256543"/>
                      </a:xfrm>
                      <a:prstGeom prst="rect">
                        <a:avLst/>
                      </a:prstGeom>
                      <a:blipFill>
                        <a:blip r:embed="rId13"/>
                        <a:stretch>
                          <a:fillRect l="-16327" b="-4651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54" name="文本框 7">
                        <a:extLst>
                          <a:ext uri="{FF2B5EF4-FFF2-40B4-BE49-F238E27FC236}">
                            <a16:creationId xmlns:a16="http://schemas.microsoft.com/office/drawing/2014/main" id="{32B72E7E-CF40-26F3-4228-612DDF1FBC9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216862" y="5010287"/>
                        <a:ext cx="306382" cy="2565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|</m:t>
                              </m:r>
                              <m:r>
                                <a:rPr lang="en-US" altLang="zh-CN" sz="2000" i="1" smtClean="0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𝐵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|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54" name="文本框 7">
                        <a:extLst>
                          <a:ext uri="{FF2B5EF4-FFF2-40B4-BE49-F238E27FC236}">
                            <a16:creationId xmlns:a16="http://schemas.microsoft.com/office/drawing/2014/main" id="{32B72E7E-CF40-26F3-4228-612DDF1FBC9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216862" y="5010287"/>
                        <a:ext cx="306382" cy="256543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l="-54000" r="-34000" b="-8333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55" name="文本框 8">
                        <a:extLst>
                          <a:ext uri="{FF2B5EF4-FFF2-40B4-BE49-F238E27FC236}">
                            <a16:creationId xmlns:a16="http://schemas.microsoft.com/office/drawing/2014/main" id="{C5A9C9AD-8103-B106-7A66-D943E4C7679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67720" y="4604017"/>
                        <a:ext cx="306382" cy="2565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𝐶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55" name="文本框 8">
                        <a:extLst>
                          <a:ext uri="{FF2B5EF4-FFF2-40B4-BE49-F238E27FC236}">
                            <a16:creationId xmlns:a16="http://schemas.microsoft.com/office/drawing/2014/main" id="{C5A9C9AD-8103-B106-7A66-D943E4C7679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67720" y="4604017"/>
                        <a:ext cx="306382" cy="256543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l="-14000" b="-50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56" name="文本框 21">
                        <a:extLst>
                          <a:ext uri="{FF2B5EF4-FFF2-40B4-BE49-F238E27FC236}">
                            <a16:creationId xmlns:a16="http://schemas.microsoft.com/office/drawing/2014/main" id="{909400EF-59DA-EDE3-9CD7-4BBF91760E5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398018" y="1374321"/>
                        <a:ext cx="641385" cy="47947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00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zh-CN" altLang="en-US" sz="2000" b="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𝛼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56" name="文本框 21">
                        <a:extLst>
                          <a:ext uri="{FF2B5EF4-FFF2-40B4-BE49-F238E27FC236}">
                            <a16:creationId xmlns:a16="http://schemas.microsoft.com/office/drawing/2014/main" id="{909400EF-59DA-EDE3-9CD7-4BBF91760E5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398018" y="1374321"/>
                        <a:ext cx="641385" cy="479471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19105921-D101-284B-A67B-2FEE4C87394F}"/>
                    </a:ext>
                  </a:extLst>
                </p:cNvPr>
                <p:cNvSpPr txBox="1"/>
                <p:nvPr/>
              </p:nvSpPr>
              <p:spPr>
                <a:xfrm rot="1998811">
                  <a:off x="2947782" y="1876188"/>
                  <a:ext cx="76655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35.7%</a:t>
                  </a: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4D1D4054-C15A-11F9-89BE-03BA74B0C510}"/>
                    </a:ext>
                  </a:extLst>
                </p:cNvPr>
                <p:cNvSpPr txBox="1"/>
                <p:nvPr/>
              </p:nvSpPr>
              <p:spPr>
                <a:xfrm rot="1872829">
                  <a:off x="3087001" y="1673183"/>
                  <a:ext cx="76655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34.7%</a:t>
                  </a:r>
                </a:p>
              </p:txBody>
            </p:sp>
            <p:sp>
              <p:nvSpPr>
                <p:cNvPr id="234" name="TextBox 233">
                  <a:extLst>
                    <a:ext uri="{FF2B5EF4-FFF2-40B4-BE49-F238E27FC236}">
                      <a16:creationId xmlns:a16="http://schemas.microsoft.com/office/drawing/2014/main" id="{CCB424C7-A63B-0BA5-5864-83932E27A654}"/>
                    </a:ext>
                  </a:extLst>
                </p:cNvPr>
                <p:cNvSpPr txBox="1"/>
                <p:nvPr/>
              </p:nvSpPr>
              <p:spPr>
                <a:xfrm>
                  <a:off x="2409937" y="1619880"/>
                  <a:ext cx="498855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1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2016</a:t>
                  </a:r>
                </a:p>
              </p:txBody>
            </p:sp>
            <p:sp>
              <p:nvSpPr>
                <p:cNvPr id="235" name="TextBox 234">
                  <a:extLst>
                    <a:ext uri="{FF2B5EF4-FFF2-40B4-BE49-F238E27FC236}">
                      <a16:creationId xmlns:a16="http://schemas.microsoft.com/office/drawing/2014/main" id="{F63CFE21-6972-311A-F054-9A81A1579258}"/>
                    </a:ext>
                  </a:extLst>
                </p:cNvPr>
                <p:cNvSpPr txBox="1"/>
                <p:nvPr/>
              </p:nvSpPr>
              <p:spPr>
                <a:xfrm>
                  <a:off x="2470653" y="1423744"/>
                  <a:ext cx="498855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1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2023</a:t>
                  </a:r>
                </a:p>
              </p:txBody>
            </p:sp>
            <p:sp>
              <p:nvSpPr>
                <p:cNvPr id="236" name="TextBox 235">
                  <a:extLst>
                    <a:ext uri="{FF2B5EF4-FFF2-40B4-BE49-F238E27FC236}">
                      <a16:creationId xmlns:a16="http://schemas.microsoft.com/office/drawing/2014/main" id="{A3A63ED0-0C88-7A1A-D560-EE38DDDB75C9}"/>
                    </a:ext>
                  </a:extLst>
                </p:cNvPr>
                <p:cNvSpPr txBox="1"/>
                <p:nvPr/>
              </p:nvSpPr>
              <p:spPr>
                <a:xfrm rot="4450356">
                  <a:off x="3709523" y="2517467"/>
                  <a:ext cx="69762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0.330</a:t>
                  </a:r>
                </a:p>
              </p:txBody>
            </p:sp>
            <p:sp>
              <p:nvSpPr>
                <p:cNvPr id="237" name="TextBox 236">
                  <a:extLst>
                    <a:ext uri="{FF2B5EF4-FFF2-40B4-BE49-F238E27FC236}">
                      <a16:creationId xmlns:a16="http://schemas.microsoft.com/office/drawing/2014/main" id="{16B3C5CB-5E4E-BC8A-595C-5F913D2EBE2B}"/>
                    </a:ext>
                  </a:extLst>
                </p:cNvPr>
                <p:cNvSpPr txBox="1"/>
                <p:nvPr/>
              </p:nvSpPr>
              <p:spPr>
                <a:xfrm rot="4362618">
                  <a:off x="3458937" y="2568974"/>
                  <a:ext cx="69762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0.330</a:t>
                  </a:r>
                </a:p>
              </p:txBody>
            </p:sp>
            <p:sp>
              <p:nvSpPr>
                <p:cNvPr id="238" name="Partial Circle 237">
                  <a:extLst>
                    <a:ext uri="{FF2B5EF4-FFF2-40B4-BE49-F238E27FC236}">
                      <a16:creationId xmlns:a16="http://schemas.microsoft.com/office/drawing/2014/main" id="{8AE63367-746C-32BB-4616-187BE77E018F}"/>
                    </a:ext>
                  </a:extLst>
                </p:cNvPr>
                <p:cNvSpPr/>
                <p:nvPr/>
              </p:nvSpPr>
              <p:spPr>
                <a:xfrm>
                  <a:off x="834945" y="1583249"/>
                  <a:ext cx="3200400" cy="3200400"/>
                </a:xfrm>
                <a:prstGeom prst="pie">
                  <a:avLst>
                    <a:gd name="adj1" fmla="val 10752796"/>
                    <a:gd name="adj2" fmla="val 15122580"/>
                  </a:avLst>
                </a:prstGeom>
                <a:solidFill>
                  <a:srgbClr val="B0DF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9" name="Partial Circle 238">
                  <a:extLst>
                    <a:ext uri="{FF2B5EF4-FFF2-40B4-BE49-F238E27FC236}">
                      <a16:creationId xmlns:a16="http://schemas.microsoft.com/office/drawing/2014/main" id="{6BD94847-5E34-C7A1-012C-1B7DFCA48F74}"/>
                    </a:ext>
                  </a:extLst>
                </p:cNvPr>
                <p:cNvSpPr/>
                <p:nvPr/>
              </p:nvSpPr>
              <p:spPr>
                <a:xfrm>
                  <a:off x="834491" y="1601121"/>
                  <a:ext cx="3200400" cy="3200400"/>
                </a:xfrm>
                <a:prstGeom prst="pie">
                  <a:avLst>
                    <a:gd name="adj1" fmla="val 2154102"/>
                    <a:gd name="adj2" fmla="val 8665389"/>
                  </a:avLst>
                </a:prstGeom>
                <a:solidFill>
                  <a:srgbClr val="DFCA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rgbClr val="00F5D4"/>
                    </a:solidFill>
                  </a:endParaRPr>
                </a:p>
              </p:txBody>
            </p:sp>
            <p:sp>
              <p:nvSpPr>
                <p:cNvPr id="240" name="TextBox 239">
                  <a:extLst>
                    <a:ext uri="{FF2B5EF4-FFF2-40B4-BE49-F238E27FC236}">
                      <a16:creationId xmlns:a16="http://schemas.microsoft.com/office/drawing/2014/main" id="{20381A17-959B-561F-8470-69A4605FBBB9}"/>
                    </a:ext>
                  </a:extLst>
                </p:cNvPr>
                <p:cNvSpPr txBox="1"/>
                <p:nvPr/>
              </p:nvSpPr>
              <p:spPr>
                <a:xfrm rot="19415433">
                  <a:off x="1133864" y="1876187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50.7%</a:t>
                  </a:r>
                </a:p>
              </p:txBody>
            </p:sp>
            <p:sp>
              <p:nvSpPr>
                <p:cNvPr id="241" name="TextBox 240">
                  <a:extLst>
                    <a:ext uri="{FF2B5EF4-FFF2-40B4-BE49-F238E27FC236}">
                      <a16:creationId xmlns:a16="http://schemas.microsoft.com/office/drawing/2014/main" id="{3573459C-D928-6617-4C67-9520967EF61A}"/>
                    </a:ext>
                  </a:extLst>
                </p:cNvPr>
                <p:cNvSpPr txBox="1"/>
                <p:nvPr/>
              </p:nvSpPr>
              <p:spPr>
                <a:xfrm rot="19460468">
                  <a:off x="985508" y="1673182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51.8%</a:t>
                  </a:r>
                </a:p>
              </p:txBody>
            </p:sp>
            <p:sp>
              <p:nvSpPr>
                <p:cNvPr id="242" name="TextBox 241">
                  <a:extLst>
                    <a:ext uri="{FF2B5EF4-FFF2-40B4-BE49-F238E27FC236}">
                      <a16:creationId xmlns:a16="http://schemas.microsoft.com/office/drawing/2014/main" id="{B7886D81-3D2E-E2E5-DCF8-148795141A12}"/>
                    </a:ext>
                  </a:extLst>
                </p:cNvPr>
                <p:cNvSpPr txBox="1"/>
                <p:nvPr/>
              </p:nvSpPr>
              <p:spPr>
                <a:xfrm rot="17343629">
                  <a:off x="653436" y="2558305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0.090</a:t>
                  </a:r>
                </a:p>
              </p:txBody>
            </p:sp>
            <p:sp>
              <p:nvSpPr>
                <p:cNvPr id="243" name="TextBox 242">
                  <a:extLst>
                    <a:ext uri="{FF2B5EF4-FFF2-40B4-BE49-F238E27FC236}">
                      <a16:creationId xmlns:a16="http://schemas.microsoft.com/office/drawing/2014/main" id="{D8340F66-0DA1-FA65-D383-154D34C21072}"/>
                    </a:ext>
                  </a:extLst>
                </p:cNvPr>
                <p:cNvSpPr txBox="1"/>
                <p:nvPr/>
              </p:nvSpPr>
              <p:spPr>
                <a:xfrm rot="17357952">
                  <a:off x="423558" y="2484236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0.090</a:t>
                  </a:r>
                </a:p>
              </p:txBody>
            </p:sp>
            <p:sp>
              <p:nvSpPr>
                <p:cNvPr id="244" name="TextBox 243">
                  <a:extLst>
                    <a:ext uri="{FF2B5EF4-FFF2-40B4-BE49-F238E27FC236}">
                      <a16:creationId xmlns:a16="http://schemas.microsoft.com/office/drawing/2014/main" id="{E21C47A6-0F4E-2E37-6344-684B5074148C}"/>
                    </a:ext>
                  </a:extLst>
                </p:cNvPr>
                <p:cNvSpPr txBox="1"/>
                <p:nvPr/>
              </p:nvSpPr>
              <p:spPr>
                <a:xfrm rot="19343146">
                  <a:off x="2976370" y="4147458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8.67</a:t>
                  </a:r>
                </a:p>
              </p:txBody>
            </p:sp>
            <p:sp>
              <p:nvSpPr>
                <p:cNvPr id="245" name="TextBox 244">
                  <a:extLst>
                    <a:ext uri="{FF2B5EF4-FFF2-40B4-BE49-F238E27FC236}">
                      <a16:creationId xmlns:a16="http://schemas.microsoft.com/office/drawing/2014/main" id="{4F1E7F08-C81D-14C3-D008-613D35A27D28}"/>
                    </a:ext>
                  </a:extLst>
                </p:cNvPr>
                <p:cNvSpPr txBox="1"/>
                <p:nvPr/>
              </p:nvSpPr>
              <p:spPr>
                <a:xfrm rot="19232585">
                  <a:off x="3136626" y="4341842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8.31</a:t>
                  </a:r>
                </a:p>
              </p:txBody>
            </p:sp>
            <p:sp>
              <p:nvSpPr>
                <p:cNvPr id="246" name="TextBox 245">
                  <a:extLst>
                    <a:ext uri="{FF2B5EF4-FFF2-40B4-BE49-F238E27FC236}">
                      <a16:creationId xmlns:a16="http://schemas.microsoft.com/office/drawing/2014/main" id="{B730AB7F-C457-6D02-C903-A1CDCB981387}"/>
                    </a:ext>
                  </a:extLst>
                </p:cNvPr>
                <p:cNvSpPr txBox="1"/>
                <p:nvPr/>
              </p:nvSpPr>
              <p:spPr>
                <a:xfrm>
                  <a:off x="2082230" y="4485408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0.086</a:t>
                  </a:r>
                </a:p>
              </p:txBody>
            </p:sp>
            <p:sp>
              <p:nvSpPr>
                <p:cNvPr id="247" name="TextBox 246">
                  <a:extLst>
                    <a:ext uri="{FF2B5EF4-FFF2-40B4-BE49-F238E27FC236}">
                      <a16:creationId xmlns:a16="http://schemas.microsoft.com/office/drawing/2014/main" id="{FB269932-5A0C-15D4-5748-2687C0C04857}"/>
                    </a:ext>
                  </a:extLst>
                </p:cNvPr>
                <p:cNvSpPr txBox="1"/>
                <p:nvPr/>
              </p:nvSpPr>
              <p:spPr>
                <a:xfrm>
                  <a:off x="2089140" y="4732526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0.089</a:t>
                  </a:r>
                </a:p>
              </p:txBody>
            </p:sp>
            <p:sp>
              <p:nvSpPr>
                <p:cNvPr id="248" name="TextBox 247">
                  <a:extLst>
                    <a:ext uri="{FF2B5EF4-FFF2-40B4-BE49-F238E27FC236}">
                      <a16:creationId xmlns:a16="http://schemas.microsoft.com/office/drawing/2014/main" id="{F20BD95D-2E9E-FA68-AD71-BE98D9DC7476}"/>
                    </a:ext>
                  </a:extLst>
                </p:cNvPr>
                <p:cNvSpPr txBox="1"/>
                <p:nvPr/>
              </p:nvSpPr>
              <p:spPr>
                <a:xfrm rot="2122247">
                  <a:off x="1145732" y="4205060"/>
                  <a:ext cx="84287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0.0044</a:t>
                  </a:r>
                </a:p>
              </p:txBody>
            </p:sp>
            <p:sp>
              <p:nvSpPr>
                <p:cNvPr id="249" name="TextBox 248">
                  <a:extLst>
                    <a:ext uri="{FF2B5EF4-FFF2-40B4-BE49-F238E27FC236}">
                      <a16:creationId xmlns:a16="http://schemas.microsoft.com/office/drawing/2014/main" id="{9B71C4F6-E484-4D60-8E0A-B0DE365F9424}"/>
                    </a:ext>
                  </a:extLst>
                </p:cNvPr>
                <p:cNvSpPr txBox="1"/>
                <p:nvPr/>
              </p:nvSpPr>
              <p:spPr>
                <a:xfrm rot="2298318">
                  <a:off x="1020562" y="4386045"/>
                  <a:ext cx="84287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0.0043</a:t>
                  </a:r>
                </a:p>
              </p:txBody>
            </p:sp>
          </p:grpSp>
          <p:sp>
            <p:nvSpPr>
              <p:cNvPr id="98" name="文本框 25">
                <a:extLst>
                  <a:ext uri="{FF2B5EF4-FFF2-40B4-BE49-F238E27FC236}">
                    <a16:creationId xmlns:a16="http://schemas.microsoft.com/office/drawing/2014/main" id="{627E4EF4-EA16-FE62-DD45-8933BAFD48D1}"/>
                  </a:ext>
                </a:extLst>
              </p:cNvPr>
              <p:cNvSpPr txBox="1"/>
              <p:nvPr/>
            </p:nvSpPr>
            <p:spPr>
              <a:xfrm>
                <a:off x="4396295" y="798266"/>
                <a:ext cx="368603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rgbClr val="F39F1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South &amp; Southeast Asia</a:t>
                </a:r>
              </a:p>
            </p:txBody>
          </p:sp>
        </p:grpSp>
        <p:grpSp>
          <p:nvGrpSpPr>
            <p:cNvPr id="291" name="Group 290">
              <a:extLst>
                <a:ext uri="{FF2B5EF4-FFF2-40B4-BE49-F238E27FC236}">
                  <a16:creationId xmlns:a16="http://schemas.microsoft.com/office/drawing/2014/main" id="{A1911308-A89A-71D1-8410-E5BB4F5E8BE1}"/>
                </a:ext>
              </a:extLst>
            </p:cNvPr>
            <p:cNvGrpSpPr/>
            <p:nvPr/>
          </p:nvGrpSpPr>
          <p:grpSpPr>
            <a:xfrm>
              <a:off x="8197392" y="798266"/>
              <a:ext cx="4094531" cy="4573614"/>
              <a:chOff x="8544332" y="798266"/>
              <a:chExt cx="4094531" cy="4573614"/>
            </a:xfrm>
          </p:grpSpPr>
          <p:grpSp>
            <p:nvGrpSpPr>
              <p:cNvPr id="257" name="Group 256">
                <a:extLst>
                  <a:ext uri="{FF2B5EF4-FFF2-40B4-BE49-F238E27FC236}">
                    <a16:creationId xmlns:a16="http://schemas.microsoft.com/office/drawing/2014/main" id="{E9378D54-45A2-759B-A298-4BA013285611}"/>
                  </a:ext>
                </a:extLst>
              </p:cNvPr>
              <p:cNvGrpSpPr/>
              <p:nvPr/>
            </p:nvGrpSpPr>
            <p:grpSpPr>
              <a:xfrm>
                <a:off x="8544332" y="1344337"/>
                <a:ext cx="4094531" cy="4027543"/>
                <a:chOff x="445723" y="1232543"/>
                <a:chExt cx="4094531" cy="4027543"/>
              </a:xfrm>
            </p:grpSpPr>
            <p:sp>
              <p:nvSpPr>
                <p:cNvPr id="258" name="Partial Circle 257">
                  <a:extLst>
                    <a:ext uri="{FF2B5EF4-FFF2-40B4-BE49-F238E27FC236}">
                      <a16:creationId xmlns:a16="http://schemas.microsoft.com/office/drawing/2014/main" id="{E678F102-183D-5836-A1A3-BFD61BD5ABEF}"/>
                    </a:ext>
                  </a:extLst>
                </p:cNvPr>
                <p:cNvSpPr/>
                <p:nvPr/>
              </p:nvSpPr>
              <p:spPr>
                <a:xfrm>
                  <a:off x="613962" y="1368091"/>
                  <a:ext cx="3657600" cy="3657600"/>
                </a:xfrm>
                <a:prstGeom prst="pie">
                  <a:avLst>
                    <a:gd name="adj1" fmla="val 17242230"/>
                    <a:gd name="adj2" fmla="val 21313"/>
                  </a:avLst>
                </a:prstGeom>
                <a:solidFill>
                  <a:srgbClr val="A79ADF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9" name="Partial Circle 258">
                  <a:extLst>
                    <a:ext uri="{FF2B5EF4-FFF2-40B4-BE49-F238E27FC236}">
                      <a16:creationId xmlns:a16="http://schemas.microsoft.com/office/drawing/2014/main" id="{E1B0806B-2C8D-E0B6-F748-AEE6D1CBBB53}"/>
                    </a:ext>
                  </a:extLst>
                </p:cNvPr>
                <p:cNvSpPr/>
                <p:nvPr/>
              </p:nvSpPr>
              <p:spPr>
                <a:xfrm>
                  <a:off x="602759" y="1369023"/>
                  <a:ext cx="3657600" cy="3657600"/>
                </a:xfrm>
                <a:prstGeom prst="pie">
                  <a:avLst>
                    <a:gd name="adj1" fmla="val 10761800"/>
                    <a:gd name="adj2" fmla="val 15143024"/>
                  </a:avLst>
                </a:prstGeom>
                <a:solidFill>
                  <a:srgbClr val="B0DF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0" name="Partial Circle 259">
                  <a:extLst>
                    <a:ext uri="{FF2B5EF4-FFF2-40B4-BE49-F238E27FC236}">
                      <a16:creationId xmlns:a16="http://schemas.microsoft.com/office/drawing/2014/main" id="{0814D1A4-14CA-D204-5698-00FE53C71BDE}"/>
                    </a:ext>
                  </a:extLst>
                </p:cNvPr>
                <p:cNvSpPr/>
                <p:nvPr/>
              </p:nvSpPr>
              <p:spPr>
                <a:xfrm>
                  <a:off x="826871" y="1601122"/>
                  <a:ext cx="3200400" cy="3200400"/>
                </a:xfrm>
                <a:prstGeom prst="pie">
                  <a:avLst>
                    <a:gd name="adj1" fmla="val 17267760"/>
                    <a:gd name="adj2" fmla="val 6512"/>
                  </a:avLst>
                </a:prstGeom>
                <a:solidFill>
                  <a:srgbClr val="A79ADF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1" name="Partial Circle 260">
                  <a:extLst>
                    <a:ext uri="{FF2B5EF4-FFF2-40B4-BE49-F238E27FC236}">
                      <a16:creationId xmlns:a16="http://schemas.microsoft.com/office/drawing/2014/main" id="{E27B8CC2-4C1F-61FC-A5A7-B5F226382605}"/>
                    </a:ext>
                  </a:extLst>
                </p:cNvPr>
                <p:cNvSpPr/>
                <p:nvPr/>
              </p:nvSpPr>
              <p:spPr>
                <a:xfrm>
                  <a:off x="600841" y="1386003"/>
                  <a:ext cx="3657600" cy="3657600"/>
                </a:xfrm>
                <a:prstGeom prst="pie">
                  <a:avLst>
                    <a:gd name="adj1" fmla="val 2118224"/>
                    <a:gd name="adj2" fmla="val 8689523"/>
                  </a:avLst>
                </a:prstGeom>
                <a:solidFill>
                  <a:srgbClr val="DFCA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rgbClr val="00F5D4"/>
                    </a:solidFill>
                  </a:endParaRPr>
                </a:p>
              </p:txBody>
            </p:sp>
            <p:grpSp>
              <p:nvGrpSpPr>
                <p:cNvPr id="262" name="Group 261">
                  <a:extLst>
                    <a:ext uri="{FF2B5EF4-FFF2-40B4-BE49-F238E27FC236}">
                      <a16:creationId xmlns:a16="http://schemas.microsoft.com/office/drawing/2014/main" id="{97CB6E96-736D-9B0C-C6CD-23BAA0780648}"/>
                    </a:ext>
                  </a:extLst>
                </p:cNvPr>
                <p:cNvGrpSpPr/>
                <p:nvPr/>
              </p:nvGrpSpPr>
              <p:grpSpPr>
                <a:xfrm>
                  <a:off x="445723" y="1232543"/>
                  <a:ext cx="4094531" cy="4027543"/>
                  <a:chOff x="325572" y="1263648"/>
                  <a:chExt cx="4134064" cy="4003182"/>
                </a:xfrm>
              </p:grpSpPr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81" name="文本框 14">
                        <a:extLst>
                          <a:ext uri="{FF2B5EF4-FFF2-40B4-BE49-F238E27FC236}">
                            <a16:creationId xmlns:a16="http://schemas.microsoft.com/office/drawing/2014/main" id="{CCD96BD6-65B8-BBA8-6855-C73238B8452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153254" y="2246040"/>
                        <a:ext cx="306382" cy="39642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𝛽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81" name="文本框 14">
                        <a:extLst>
                          <a:ext uri="{FF2B5EF4-FFF2-40B4-BE49-F238E27FC236}">
                            <a16:creationId xmlns:a16="http://schemas.microsoft.com/office/drawing/2014/main" id="{CCD96BD6-65B8-BBA8-6855-C73238B8452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153254" y="2246040"/>
                        <a:ext cx="306382" cy="396425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l="-26531" r="-4082" b="-1846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82" name="文本框 21">
                        <a:extLst>
                          <a:ext uri="{FF2B5EF4-FFF2-40B4-BE49-F238E27FC236}">
                            <a16:creationId xmlns:a16="http://schemas.microsoft.com/office/drawing/2014/main" id="{A48C6293-7315-4C54-6B1F-674628C79216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80377" y="1263648"/>
                        <a:ext cx="641384" cy="41462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00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zh-CN" altLang="en-US" sz="200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𝜅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82" name="文本框 21">
                        <a:extLst>
                          <a:ext uri="{FF2B5EF4-FFF2-40B4-BE49-F238E27FC236}">
                            <a16:creationId xmlns:a16="http://schemas.microsoft.com/office/drawing/2014/main" id="{A48C6293-7315-4C54-6B1F-674628C7921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80377" y="1263648"/>
                        <a:ext cx="641384" cy="414627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b="-588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83" name="文本框 22">
                        <a:extLst>
                          <a:ext uri="{FF2B5EF4-FFF2-40B4-BE49-F238E27FC236}">
                            <a16:creationId xmlns:a16="http://schemas.microsoft.com/office/drawing/2014/main" id="{3363E5B4-ADE6-FB83-17C0-FD78E64FCC4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25572" y="2329605"/>
                        <a:ext cx="262815" cy="36932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𝛿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83" name="文本框 22">
                        <a:extLst>
                          <a:ext uri="{FF2B5EF4-FFF2-40B4-BE49-F238E27FC236}">
                            <a16:creationId xmlns:a16="http://schemas.microsoft.com/office/drawing/2014/main" id="{3363E5B4-ADE6-FB83-17C0-FD78E64FCC4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25572" y="2329605"/>
                        <a:ext cx="262815" cy="369327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 l="-26190" b="-491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84" name="文本框 6">
                        <a:extLst>
                          <a:ext uri="{FF2B5EF4-FFF2-40B4-BE49-F238E27FC236}">
                            <a16:creationId xmlns:a16="http://schemas.microsoft.com/office/drawing/2014/main" id="{5AC8FC48-61BF-43A3-6F5F-959F677349C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31763" y="4546812"/>
                        <a:ext cx="306382" cy="2565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𝐴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84" name="文本框 6">
                        <a:extLst>
                          <a:ext uri="{FF2B5EF4-FFF2-40B4-BE49-F238E27FC236}">
                            <a16:creationId xmlns:a16="http://schemas.microsoft.com/office/drawing/2014/main" id="{5AC8FC48-61BF-43A3-6F5F-959F677349C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531763" y="4546812"/>
                        <a:ext cx="306382" cy="256543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16327" b="-4651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85" name="文本框 7">
                        <a:extLst>
                          <a:ext uri="{FF2B5EF4-FFF2-40B4-BE49-F238E27FC236}">
                            <a16:creationId xmlns:a16="http://schemas.microsoft.com/office/drawing/2014/main" id="{29E551B9-9E53-630D-2F3A-37749D7504A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216862" y="5010287"/>
                        <a:ext cx="306382" cy="2565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|</m:t>
                              </m:r>
                              <m:r>
                                <a:rPr lang="en-US" altLang="zh-CN" sz="2000" i="1" smtClean="0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𝐵</m:t>
                              </m:r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  <m:t>|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85" name="文本框 7">
                        <a:extLst>
                          <a:ext uri="{FF2B5EF4-FFF2-40B4-BE49-F238E27FC236}">
                            <a16:creationId xmlns:a16="http://schemas.microsoft.com/office/drawing/2014/main" id="{29E551B9-9E53-630D-2F3A-37749D7504A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216862" y="5010287"/>
                        <a:ext cx="306382" cy="256543"/>
                      </a:xfrm>
                      <a:prstGeom prst="rect">
                        <a:avLst/>
                      </a:prstGeom>
                      <a:blipFill>
                        <a:blip r:embed="rId21"/>
                        <a:stretch>
                          <a:fillRect l="-54000" r="-34000" b="-8333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86" name="文本框 8">
                        <a:extLst>
                          <a:ext uri="{FF2B5EF4-FFF2-40B4-BE49-F238E27FC236}">
                            <a16:creationId xmlns:a16="http://schemas.microsoft.com/office/drawing/2014/main" id="{DEA4D6DF-5143-9804-6096-3E2EACE4932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67720" y="4604017"/>
                        <a:ext cx="306382" cy="2565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a:rPr lang="en-US" altLang="zh-CN" sz="2000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𝐶</m:t>
                              </m:r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86" name="文本框 8">
                        <a:extLst>
                          <a:ext uri="{FF2B5EF4-FFF2-40B4-BE49-F238E27FC236}">
                            <a16:creationId xmlns:a16="http://schemas.microsoft.com/office/drawing/2014/main" id="{DEA4D6DF-5143-9804-6096-3E2EACE4932B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67720" y="4604017"/>
                        <a:ext cx="306382" cy="256543"/>
                      </a:xfrm>
                      <a:prstGeom prst="rect">
                        <a:avLst/>
                      </a:prstGeom>
                      <a:blipFill>
                        <a:blip r:embed="rId22"/>
                        <a:stretch>
                          <a:fillRect l="-14000" b="-50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87" name="文本框 21">
                        <a:extLst>
                          <a:ext uri="{FF2B5EF4-FFF2-40B4-BE49-F238E27FC236}">
                            <a16:creationId xmlns:a16="http://schemas.microsoft.com/office/drawing/2014/main" id="{677DAB5E-75A7-504E-8C3E-7464276BF3E6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302055" y="1374321"/>
                        <a:ext cx="641385" cy="47947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00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zh-CN" altLang="en-US" sz="2000" b="0" i="1" smtClean="0">
                                      <a:latin typeface="Cambria Math" panose="02040503050406030204" pitchFamily="18" charset="0"/>
                                      <a:ea typeface="MS Mincho" charset="0"/>
                                    </a:rPr>
                                    <m:t>𝛼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87" name="文本框 21">
                        <a:extLst>
                          <a:ext uri="{FF2B5EF4-FFF2-40B4-BE49-F238E27FC236}">
                            <a16:creationId xmlns:a16="http://schemas.microsoft.com/office/drawing/2014/main" id="{677DAB5E-75A7-504E-8C3E-7464276BF3E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302055" y="1374321"/>
                        <a:ext cx="641385" cy="479471"/>
                      </a:xfrm>
                      <a:prstGeom prst="rect">
                        <a:avLst/>
                      </a:prstGeom>
                      <a:blipFill>
                        <a:blip r:embed="rId23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263" name="TextBox 262">
                  <a:extLst>
                    <a:ext uri="{FF2B5EF4-FFF2-40B4-BE49-F238E27FC236}">
                      <a16:creationId xmlns:a16="http://schemas.microsoft.com/office/drawing/2014/main" id="{FCD7D082-7465-EBD4-BE96-74AE181F0E31}"/>
                    </a:ext>
                  </a:extLst>
                </p:cNvPr>
                <p:cNvSpPr txBox="1"/>
                <p:nvPr/>
              </p:nvSpPr>
              <p:spPr>
                <a:xfrm rot="1998811">
                  <a:off x="2947782" y="1876188"/>
                  <a:ext cx="76655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32.9%</a:t>
                  </a:r>
                </a:p>
              </p:txBody>
            </p:sp>
            <p:sp>
              <p:nvSpPr>
                <p:cNvPr id="264" name="TextBox 263">
                  <a:extLst>
                    <a:ext uri="{FF2B5EF4-FFF2-40B4-BE49-F238E27FC236}">
                      <a16:creationId xmlns:a16="http://schemas.microsoft.com/office/drawing/2014/main" id="{E811B432-AF76-4D60-E17C-C914A66195D9}"/>
                    </a:ext>
                  </a:extLst>
                </p:cNvPr>
                <p:cNvSpPr txBox="1"/>
                <p:nvPr/>
              </p:nvSpPr>
              <p:spPr>
                <a:xfrm rot="1872829">
                  <a:off x="3087001" y="1673183"/>
                  <a:ext cx="76655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33.1%</a:t>
                  </a:r>
                </a:p>
              </p:txBody>
            </p:sp>
            <p:sp>
              <p:nvSpPr>
                <p:cNvPr id="265" name="TextBox 264">
                  <a:extLst>
                    <a:ext uri="{FF2B5EF4-FFF2-40B4-BE49-F238E27FC236}">
                      <a16:creationId xmlns:a16="http://schemas.microsoft.com/office/drawing/2014/main" id="{E0F6F57F-45B7-0558-368F-EDA33C6FC4C5}"/>
                    </a:ext>
                  </a:extLst>
                </p:cNvPr>
                <p:cNvSpPr txBox="1"/>
                <p:nvPr/>
              </p:nvSpPr>
              <p:spPr>
                <a:xfrm>
                  <a:off x="2409937" y="1619880"/>
                  <a:ext cx="498855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1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2016</a:t>
                  </a:r>
                </a:p>
              </p:txBody>
            </p:sp>
            <p:sp>
              <p:nvSpPr>
                <p:cNvPr id="266" name="TextBox 265">
                  <a:extLst>
                    <a:ext uri="{FF2B5EF4-FFF2-40B4-BE49-F238E27FC236}">
                      <a16:creationId xmlns:a16="http://schemas.microsoft.com/office/drawing/2014/main" id="{555F7AC8-B75B-474B-13DF-68F6B06375DD}"/>
                    </a:ext>
                  </a:extLst>
                </p:cNvPr>
                <p:cNvSpPr txBox="1"/>
                <p:nvPr/>
              </p:nvSpPr>
              <p:spPr>
                <a:xfrm>
                  <a:off x="2470653" y="1423744"/>
                  <a:ext cx="498855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1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2023</a:t>
                  </a:r>
                </a:p>
              </p:txBody>
            </p:sp>
            <p:sp>
              <p:nvSpPr>
                <p:cNvPr id="267" name="TextBox 266">
                  <a:extLst>
                    <a:ext uri="{FF2B5EF4-FFF2-40B4-BE49-F238E27FC236}">
                      <a16:creationId xmlns:a16="http://schemas.microsoft.com/office/drawing/2014/main" id="{692058EE-285D-522D-2F59-ACE5779BFD57}"/>
                    </a:ext>
                  </a:extLst>
                </p:cNvPr>
                <p:cNvSpPr txBox="1"/>
                <p:nvPr/>
              </p:nvSpPr>
              <p:spPr>
                <a:xfrm rot="4450356">
                  <a:off x="3709523" y="2517467"/>
                  <a:ext cx="69762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0.317</a:t>
                  </a:r>
                </a:p>
              </p:txBody>
            </p:sp>
            <p:sp>
              <p:nvSpPr>
                <p:cNvPr id="268" name="TextBox 267">
                  <a:extLst>
                    <a:ext uri="{FF2B5EF4-FFF2-40B4-BE49-F238E27FC236}">
                      <a16:creationId xmlns:a16="http://schemas.microsoft.com/office/drawing/2014/main" id="{97D61193-D0E6-B7CE-555A-32CB8572B1A4}"/>
                    </a:ext>
                  </a:extLst>
                </p:cNvPr>
                <p:cNvSpPr txBox="1"/>
                <p:nvPr/>
              </p:nvSpPr>
              <p:spPr>
                <a:xfrm rot="4362618">
                  <a:off x="3458937" y="2568974"/>
                  <a:ext cx="69762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0.321</a:t>
                  </a:r>
                </a:p>
              </p:txBody>
            </p:sp>
            <p:sp>
              <p:nvSpPr>
                <p:cNvPr id="269" name="Partial Circle 268">
                  <a:extLst>
                    <a:ext uri="{FF2B5EF4-FFF2-40B4-BE49-F238E27FC236}">
                      <a16:creationId xmlns:a16="http://schemas.microsoft.com/office/drawing/2014/main" id="{7EDD55AB-7E78-F238-F43F-4337D21A4070}"/>
                    </a:ext>
                  </a:extLst>
                </p:cNvPr>
                <p:cNvSpPr/>
                <p:nvPr/>
              </p:nvSpPr>
              <p:spPr>
                <a:xfrm>
                  <a:off x="834945" y="1583249"/>
                  <a:ext cx="3200400" cy="3200400"/>
                </a:xfrm>
                <a:prstGeom prst="pie">
                  <a:avLst>
                    <a:gd name="adj1" fmla="val 10752796"/>
                    <a:gd name="adj2" fmla="val 15122580"/>
                  </a:avLst>
                </a:prstGeom>
                <a:solidFill>
                  <a:srgbClr val="B0DF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0" name="Partial Circle 269">
                  <a:extLst>
                    <a:ext uri="{FF2B5EF4-FFF2-40B4-BE49-F238E27FC236}">
                      <a16:creationId xmlns:a16="http://schemas.microsoft.com/office/drawing/2014/main" id="{1DA35698-0D5F-462E-8564-990A77A7F6F0}"/>
                    </a:ext>
                  </a:extLst>
                </p:cNvPr>
                <p:cNvSpPr/>
                <p:nvPr/>
              </p:nvSpPr>
              <p:spPr>
                <a:xfrm>
                  <a:off x="834491" y="1601121"/>
                  <a:ext cx="3200400" cy="3200400"/>
                </a:xfrm>
                <a:prstGeom prst="pie">
                  <a:avLst>
                    <a:gd name="adj1" fmla="val 2154102"/>
                    <a:gd name="adj2" fmla="val 8665389"/>
                  </a:avLst>
                </a:prstGeom>
                <a:solidFill>
                  <a:srgbClr val="DFCA9A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rgbClr val="00F5D4"/>
                    </a:solidFill>
                  </a:endParaRPr>
                </a:p>
              </p:txBody>
            </p:sp>
            <p:sp>
              <p:nvSpPr>
                <p:cNvPr id="271" name="TextBox 270">
                  <a:extLst>
                    <a:ext uri="{FF2B5EF4-FFF2-40B4-BE49-F238E27FC236}">
                      <a16:creationId xmlns:a16="http://schemas.microsoft.com/office/drawing/2014/main" id="{B9E95871-BCAB-A814-C495-79C31EF69604}"/>
                    </a:ext>
                  </a:extLst>
                </p:cNvPr>
                <p:cNvSpPr txBox="1"/>
                <p:nvPr/>
              </p:nvSpPr>
              <p:spPr>
                <a:xfrm rot="19415433">
                  <a:off x="1133864" y="1876187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46.7%</a:t>
                  </a:r>
                </a:p>
              </p:txBody>
            </p:sp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091CEE4D-7D39-CDC9-3C67-CC39DD934293}"/>
                    </a:ext>
                  </a:extLst>
                </p:cNvPr>
                <p:cNvSpPr txBox="1"/>
                <p:nvPr/>
              </p:nvSpPr>
              <p:spPr>
                <a:xfrm rot="19460468">
                  <a:off x="985508" y="1673182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47.1%</a:t>
                  </a:r>
                </a:p>
              </p:txBody>
            </p:sp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D9BB4BDF-07C5-1CD6-ED78-39CFE3C3B5BE}"/>
                    </a:ext>
                  </a:extLst>
                </p:cNvPr>
                <p:cNvSpPr txBox="1"/>
                <p:nvPr/>
              </p:nvSpPr>
              <p:spPr>
                <a:xfrm rot="17343629">
                  <a:off x="653436" y="2558305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0.079</a:t>
                  </a:r>
                </a:p>
              </p:txBody>
            </p:sp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40D2497E-0AAD-5EA8-B789-5E43EB9861FB}"/>
                    </a:ext>
                  </a:extLst>
                </p:cNvPr>
                <p:cNvSpPr txBox="1"/>
                <p:nvPr/>
              </p:nvSpPr>
              <p:spPr>
                <a:xfrm rot="17357952">
                  <a:off x="423558" y="2484236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0.075</a:t>
                  </a:r>
                </a:p>
              </p:txBody>
            </p:sp>
            <p:sp>
              <p:nvSpPr>
                <p:cNvPr id="275" name="TextBox 274">
                  <a:extLst>
                    <a:ext uri="{FF2B5EF4-FFF2-40B4-BE49-F238E27FC236}">
                      <a16:creationId xmlns:a16="http://schemas.microsoft.com/office/drawing/2014/main" id="{A1C6A5DF-5241-A4AF-9593-D6FBD33A82B0}"/>
                    </a:ext>
                  </a:extLst>
                </p:cNvPr>
                <p:cNvSpPr txBox="1"/>
                <p:nvPr/>
              </p:nvSpPr>
              <p:spPr>
                <a:xfrm rot="19343146">
                  <a:off x="2976370" y="4147458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8.20</a:t>
                  </a:r>
                </a:p>
              </p:txBody>
            </p:sp>
            <p:sp>
              <p:nvSpPr>
                <p:cNvPr id="276" name="TextBox 275">
                  <a:extLst>
                    <a:ext uri="{FF2B5EF4-FFF2-40B4-BE49-F238E27FC236}">
                      <a16:creationId xmlns:a16="http://schemas.microsoft.com/office/drawing/2014/main" id="{A8547D75-1F6C-8B98-EF05-0F657A02FBA2}"/>
                    </a:ext>
                  </a:extLst>
                </p:cNvPr>
                <p:cNvSpPr txBox="1"/>
                <p:nvPr/>
              </p:nvSpPr>
              <p:spPr>
                <a:xfrm rot="19232585">
                  <a:off x="3136626" y="4341842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8.02</a:t>
                  </a:r>
                </a:p>
              </p:txBody>
            </p:sp>
            <p:sp>
              <p:nvSpPr>
                <p:cNvPr id="277" name="TextBox 276">
                  <a:extLst>
                    <a:ext uri="{FF2B5EF4-FFF2-40B4-BE49-F238E27FC236}">
                      <a16:creationId xmlns:a16="http://schemas.microsoft.com/office/drawing/2014/main" id="{4CCF0528-0E03-1DD2-5B39-11B4AA2CC675}"/>
                    </a:ext>
                  </a:extLst>
                </p:cNvPr>
                <p:cNvSpPr txBox="1"/>
                <p:nvPr/>
              </p:nvSpPr>
              <p:spPr>
                <a:xfrm>
                  <a:off x="2082230" y="4485408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0.099</a:t>
                  </a:r>
                </a:p>
              </p:txBody>
            </p:sp>
            <p:sp>
              <p:nvSpPr>
                <p:cNvPr id="278" name="TextBox 277">
                  <a:extLst>
                    <a:ext uri="{FF2B5EF4-FFF2-40B4-BE49-F238E27FC236}">
                      <a16:creationId xmlns:a16="http://schemas.microsoft.com/office/drawing/2014/main" id="{3D8FDAA4-10EB-9D2A-52A8-AA3D5783B3A9}"/>
                    </a:ext>
                  </a:extLst>
                </p:cNvPr>
                <p:cNvSpPr txBox="1"/>
                <p:nvPr/>
              </p:nvSpPr>
              <p:spPr>
                <a:xfrm>
                  <a:off x="2089140" y="4732526"/>
                  <a:ext cx="77396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0.098</a:t>
                  </a:r>
                </a:p>
              </p:txBody>
            </p:sp>
            <p:sp>
              <p:nvSpPr>
                <p:cNvPr id="279" name="TextBox 278">
                  <a:extLst>
                    <a:ext uri="{FF2B5EF4-FFF2-40B4-BE49-F238E27FC236}">
                      <a16:creationId xmlns:a16="http://schemas.microsoft.com/office/drawing/2014/main" id="{C6D549DE-523A-C2C2-D83F-BD2832456537}"/>
                    </a:ext>
                  </a:extLst>
                </p:cNvPr>
                <p:cNvSpPr txBox="1"/>
                <p:nvPr/>
              </p:nvSpPr>
              <p:spPr>
                <a:xfrm rot="2122247">
                  <a:off x="1145732" y="4205060"/>
                  <a:ext cx="84287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0.0061</a:t>
                  </a:r>
                </a:p>
              </p:txBody>
            </p:sp>
            <p:sp>
              <p:nvSpPr>
                <p:cNvPr id="280" name="TextBox 279">
                  <a:extLst>
                    <a:ext uri="{FF2B5EF4-FFF2-40B4-BE49-F238E27FC236}">
                      <a16:creationId xmlns:a16="http://schemas.microsoft.com/office/drawing/2014/main" id="{C3702433-1876-62CF-8962-C64F098F7853}"/>
                    </a:ext>
                  </a:extLst>
                </p:cNvPr>
                <p:cNvSpPr txBox="1"/>
                <p:nvPr/>
              </p:nvSpPr>
              <p:spPr>
                <a:xfrm rot="2298318">
                  <a:off x="1020562" y="4386045"/>
                  <a:ext cx="84287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0.0065</a:t>
                  </a:r>
                </a:p>
              </p:txBody>
            </p:sp>
          </p:grpSp>
          <p:sp>
            <p:nvSpPr>
              <p:cNvPr id="100" name="文本框 51">
                <a:extLst>
                  <a:ext uri="{FF2B5EF4-FFF2-40B4-BE49-F238E27FC236}">
                    <a16:creationId xmlns:a16="http://schemas.microsoft.com/office/drawing/2014/main" id="{2CA9ADD1-6ABB-B8CD-D3BE-9F7B927505FC}"/>
                  </a:ext>
                </a:extLst>
              </p:cNvPr>
              <p:cNvSpPr txBox="1"/>
              <p:nvPr/>
            </p:nvSpPr>
            <p:spPr>
              <a:xfrm>
                <a:off x="8820653" y="798266"/>
                <a:ext cx="351161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400" b="1" dirty="0">
                    <a:solidFill>
                      <a:srgbClr val="47A2DE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Latin America</a:t>
                </a:r>
              </a:p>
            </p:txBody>
          </p:sp>
        </p:grpSp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6DB9E8FC-CFE5-1AA1-50D6-4AF72DCCFE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719131" y="1945444"/>
              <a:ext cx="2743200" cy="2743200"/>
            </a:xfrm>
            <a:prstGeom prst="rect">
              <a:avLst/>
            </a:prstGeom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A9F92817-8ADA-B54C-C705-C3F086FFD0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4758683" y="1945444"/>
              <a:ext cx="2743200" cy="2743200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D0BE7592-55A1-BC29-16CA-9616D8518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8798236" y="1945444"/>
              <a:ext cx="2743200" cy="2743200"/>
            </a:xfrm>
            <a:prstGeom prst="rect">
              <a:avLst/>
            </a:prstGeom>
          </p:spPr>
        </p:pic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20160524-D5AD-EFDF-2A7C-2521A913F30A}"/>
                </a:ext>
              </a:extLst>
            </p:cNvPr>
            <p:cNvGrpSpPr/>
            <p:nvPr/>
          </p:nvGrpSpPr>
          <p:grpSpPr>
            <a:xfrm>
              <a:off x="3714393" y="5624607"/>
              <a:ext cx="1407390" cy="273229"/>
              <a:chOff x="3474397" y="5567178"/>
              <a:chExt cx="1407390" cy="273229"/>
            </a:xfrm>
          </p:grpSpPr>
          <p:sp>
            <p:nvSpPr>
              <p:cNvPr id="38" name="圆角矩形 40">
                <a:extLst>
                  <a:ext uri="{FF2B5EF4-FFF2-40B4-BE49-F238E27FC236}">
                    <a16:creationId xmlns:a16="http://schemas.microsoft.com/office/drawing/2014/main" id="{492F21E9-2617-1F4A-DE6C-1987333F5030}"/>
                  </a:ext>
                </a:extLst>
              </p:cNvPr>
              <p:cNvSpPr/>
              <p:nvPr/>
            </p:nvSpPr>
            <p:spPr>
              <a:xfrm>
                <a:off x="3474397" y="5567178"/>
                <a:ext cx="420257" cy="273229"/>
              </a:xfrm>
              <a:prstGeom prst="roundRect">
                <a:avLst/>
              </a:prstGeom>
              <a:noFill/>
              <a:ln w="19050">
                <a:solidFill>
                  <a:srgbClr val="E85748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47A2DE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4" name="圆角矩形 41">
                <a:extLst>
                  <a:ext uri="{FF2B5EF4-FFF2-40B4-BE49-F238E27FC236}">
                    <a16:creationId xmlns:a16="http://schemas.microsoft.com/office/drawing/2014/main" id="{E8C4B3D8-BF0A-2809-1179-7F45568FD587}"/>
                  </a:ext>
                </a:extLst>
              </p:cNvPr>
              <p:cNvSpPr/>
              <p:nvPr/>
            </p:nvSpPr>
            <p:spPr>
              <a:xfrm>
                <a:off x="3973060" y="5567178"/>
                <a:ext cx="415552" cy="265378"/>
              </a:xfrm>
              <a:prstGeom prst="roundRect">
                <a:avLst/>
              </a:prstGeom>
              <a:noFill/>
              <a:ln w="19050">
                <a:solidFill>
                  <a:srgbClr val="F39F1B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6" name="圆角矩形 42">
                <a:extLst>
                  <a:ext uri="{FF2B5EF4-FFF2-40B4-BE49-F238E27FC236}">
                    <a16:creationId xmlns:a16="http://schemas.microsoft.com/office/drawing/2014/main" id="{FEE938E7-F49C-B771-5E2A-74BAE15C0757}"/>
                  </a:ext>
                </a:extLst>
              </p:cNvPr>
              <p:cNvSpPr/>
              <p:nvPr/>
            </p:nvSpPr>
            <p:spPr>
              <a:xfrm>
                <a:off x="4466235" y="5567178"/>
                <a:ext cx="415552" cy="265378"/>
              </a:xfrm>
              <a:prstGeom prst="roundRect">
                <a:avLst/>
              </a:prstGeom>
              <a:noFill/>
              <a:ln w="19050">
                <a:solidFill>
                  <a:srgbClr val="47A2DE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245600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FC3D0FF-9D82-4C22-2CB5-6426D0548373}"/>
              </a:ext>
            </a:extLst>
          </p:cNvPr>
          <p:cNvSpPr/>
          <p:nvPr/>
        </p:nvSpPr>
        <p:spPr>
          <a:xfrm>
            <a:off x="3153729" y="1858296"/>
            <a:ext cx="1877961" cy="1285952"/>
          </a:xfrm>
          <a:prstGeom prst="rect">
            <a:avLst/>
          </a:prstGeom>
          <a:solidFill>
            <a:srgbClr val="8472D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579B57-325E-D66F-B45A-CC4EF117E1C4}"/>
              </a:ext>
            </a:extLst>
          </p:cNvPr>
          <p:cNvSpPr/>
          <p:nvPr/>
        </p:nvSpPr>
        <p:spPr>
          <a:xfrm>
            <a:off x="5157019" y="1862656"/>
            <a:ext cx="1877961" cy="1285952"/>
          </a:xfrm>
          <a:prstGeom prst="rect">
            <a:avLst/>
          </a:prstGeom>
          <a:solidFill>
            <a:srgbClr val="91D37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7F693CE-DE15-2A8F-DC2A-D6E7DBBDFA10}"/>
              </a:ext>
            </a:extLst>
          </p:cNvPr>
          <p:cNvSpPr/>
          <p:nvPr/>
        </p:nvSpPr>
        <p:spPr>
          <a:xfrm>
            <a:off x="7160309" y="1872246"/>
            <a:ext cx="1877961" cy="1285952"/>
          </a:xfrm>
          <a:prstGeom prst="rect">
            <a:avLst/>
          </a:prstGeom>
          <a:solidFill>
            <a:srgbClr val="D3B47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F56405-9D4D-6A0D-E0AB-11C3B17F82F2}"/>
              </a:ext>
            </a:extLst>
          </p:cNvPr>
          <p:cNvSpPr/>
          <p:nvPr/>
        </p:nvSpPr>
        <p:spPr>
          <a:xfrm>
            <a:off x="3153729" y="3293806"/>
            <a:ext cx="1877961" cy="1285952"/>
          </a:xfrm>
          <a:prstGeom prst="rect">
            <a:avLst/>
          </a:prstGeom>
          <a:solidFill>
            <a:srgbClr val="A79A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67DC087-89A2-71ED-F15A-5023E8CF1B34}"/>
              </a:ext>
            </a:extLst>
          </p:cNvPr>
          <p:cNvSpPr/>
          <p:nvPr/>
        </p:nvSpPr>
        <p:spPr>
          <a:xfrm>
            <a:off x="5157019" y="3298166"/>
            <a:ext cx="1877961" cy="1285952"/>
          </a:xfrm>
          <a:prstGeom prst="rect">
            <a:avLst/>
          </a:prstGeom>
          <a:solidFill>
            <a:srgbClr val="B0DF9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A8F39B9-CA83-E1C9-673D-036D00F245C2}"/>
              </a:ext>
            </a:extLst>
          </p:cNvPr>
          <p:cNvSpPr/>
          <p:nvPr/>
        </p:nvSpPr>
        <p:spPr>
          <a:xfrm>
            <a:off x="7160309" y="3307756"/>
            <a:ext cx="1877961" cy="1285952"/>
          </a:xfrm>
          <a:prstGeom prst="rect">
            <a:avLst/>
          </a:prstGeom>
          <a:solidFill>
            <a:srgbClr val="DFCA9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5091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559</TotalTime>
  <Words>195</Words>
  <Application>Microsoft Office PowerPoint</Application>
  <PresentationFormat>Widescreen</PresentationFormat>
  <Paragraphs>151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Jiaqi Liang</dc:creator>
  <cp:lastModifiedBy>Jiaqi Liang</cp:lastModifiedBy>
  <cp:revision>6</cp:revision>
  <dcterms:created xsi:type="dcterms:W3CDTF">2026-07-03T14:37:07Z</dcterms:created>
  <dcterms:modified xsi:type="dcterms:W3CDTF">2026-07-27T13:06:30Z</dcterms:modified>
</cp:coreProperties>
</file>