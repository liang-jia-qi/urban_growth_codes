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F9A"/>
    <a:srgbClr val="DFCA9A"/>
    <a:srgbClr val="A79ADF"/>
    <a:srgbClr val="91D372"/>
    <a:srgbClr val="D3B472"/>
    <a:srgbClr val="8472D3"/>
    <a:srgbClr val="8D515B"/>
    <a:srgbClr val="4B2B30"/>
    <a:srgbClr val="AA96B7"/>
    <a:srgbClr val="D9E2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15D2B-5B50-4FAA-A338-6E451BB82CD0}" v="40" dt="2026-07-03T15:43:29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>
        <p:scale>
          <a:sx n="66" d="100"/>
          <a:sy n="66" d="100"/>
        </p:scale>
        <p:origin x="1301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qi Liang" userId="cb0d2e1e-ba45-42ca-bc7e-1efa8936f35a" providerId="ADAL" clId="{72322D61-1B5D-468A-9D60-792C919603CD}"/>
    <pc:docChg chg="undo custSel addSld modSld">
      <pc:chgData name="Jiaqi Liang" userId="cb0d2e1e-ba45-42ca-bc7e-1efa8936f35a" providerId="ADAL" clId="{72322D61-1B5D-468A-9D60-792C919603CD}" dt="2026-07-03T15:43:29.765" v="310" actId="164"/>
      <pc:docMkLst>
        <pc:docMk/>
      </pc:docMkLst>
      <pc:sldChg chg="addSp delSp modSp new mod">
        <pc:chgData name="Jiaqi Liang" userId="cb0d2e1e-ba45-42ca-bc7e-1efa8936f35a" providerId="ADAL" clId="{72322D61-1B5D-468A-9D60-792C919603CD}" dt="2026-07-03T15:43:29.765" v="310" actId="164"/>
        <pc:sldMkLst>
          <pc:docMk/>
          <pc:sldMk cId="620975483" sldId="256"/>
        </pc:sldMkLst>
        <pc:spChg chg="del">
          <ac:chgData name="Jiaqi Liang" userId="cb0d2e1e-ba45-42ca-bc7e-1efa8936f35a" providerId="ADAL" clId="{72322D61-1B5D-468A-9D60-792C919603CD}" dt="2026-07-03T14:37:18.468" v="5" actId="478"/>
          <ac:spMkLst>
            <pc:docMk/>
            <pc:sldMk cId="620975483" sldId="256"/>
            <ac:spMk id="2" creationId="{A885FFA5-AC75-215C-4695-2124ABC30658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2" creationId="{CA3F5B4A-E067-DA16-84B6-A8C20CA70BEC}"/>
          </ac:spMkLst>
        </pc:spChg>
        <pc:spChg chg="del">
          <ac:chgData name="Jiaqi Liang" userId="cb0d2e1e-ba45-42ca-bc7e-1efa8936f35a" providerId="ADAL" clId="{72322D61-1B5D-468A-9D60-792C919603CD}" dt="2026-07-03T14:37:16.240" v="4" actId="478"/>
          <ac:spMkLst>
            <pc:docMk/>
            <pc:sldMk cId="620975483" sldId="256"/>
            <ac:spMk id="3" creationId="{D876853A-558B-A89F-3A9A-C9BA696599F4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5" creationId="{CD24740B-1EE9-E65E-33F6-29D5966F3291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6" creationId="{46FA135C-E778-2F9B-2B62-57A0D171C4DE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7" creationId="{4F573E9E-B312-9C76-DAF0-F97D1514276C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8" creationId="{F88780F8-E6A4-21AC-2CBE-923BE042C1E9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9" creationId="{C6CBFD51-859F-044D-B943-E70A9C6C060D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10" creationId="{CB60E4EF-ED42-A80F-C686-D666EDCDFC04}"/>
          </ac:spMkLst>
        </pc:spChg>
        <pc:spChg chg="add mod">
          <ac:chgData name="Jiaqi Liang" userId="cb0d2e1e-ba45-42ca-bc7e-1efa8936f35a" providerId="ADAL" clId="{72322D61-1B5D-468A-9D60-792C919603CD}" dt="2026-07-03T15:43:27.678" v="309"/>
          <ac:spMkLst>
            <pc:docMk/>
            <pc:sldMk cId="620975483" sldId="256"/>
            <ac:spMk id="11" creationId="{414EBD30-D7C3-FDD0-D8FD-399329A517BA}"/>
          </ac:spMkLst>
        </pc:spChg>
        <pc:spChg chg="add del">
          <ac:chgData name="Jiaqi Liang" userId="cb0d2e1e-ba45-42ca-bc7e-1efa8936f35a" providerId="ADAL" clId="{72322D61-1B5D-468A-9D60-792C919603CD}" dt="2026-07-03T14:56:16.772" v="25" actId="22"/>
          <ac:spMkLst>
            <pc:docMk/>
            <pc:sldMk cId="620975483" sldId="256"/>
            <ac:spMk id="12" creationId="{138A6CC4-B372-62B3-2D62-12C0A9212258}"/>
          </ac:spMkLst>
        </pc:spChg>
        <pc:spChg chg="del mod">
          <ac:chgData name="Jiaqi Liang" userId="cb0d2e1e-ba45-42ca-bc7e-1efa8936f35a" providerId="ADAL" clId="{72322D61-1B5D-468A-9D60-792C919603CD}" dt="2026-07-03T15:00:46.746" v="73" actId="478"/>
          <ac:spMkLst>
            <pc:docMk/>
            <pc:sldMk cId="620975483" sldId="256"/>
            <ac:spMk id="14" creationId="{E1C660A1-3DFF-B575-DD9D-EBE8D2B612D5}"/>
          </ac:spMkLst>
        </pc:spChg>
        <pc:spChg chg="mod topLvl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15" creationId="{13B50F15-B561-6016-9F03-3F8A8E31724A}"/>
          </ac:spMkLst>
        </pc:spChg>
        <pc:spChg chg="mod topLvl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16" creationId="{5C6AA150-0D54-63C1-869A-0B7E015DC907}"/>
          </ac:spMkLst>
        </pc:spChg>
        <pc:spChg chg="mod topLvl">
          <ac:chgData name="Jiaqi Liang" userId="cb0d2e1e-ba45-42ca-bc7e-1efa8936f35a" providerId="ADAL" clId="{72322D61-1B5D-468A-9D60-792C919603CD}" dt="2026-07-03T15:01:52.535" v="89" actId="164"/>
          <ac:spMkLst>
            <pc:docMk/>
            <pc:sldMk cId="620975483" sldId="256"/>
            <ac:spMk id="17" creationId="{E8C11909-B065-A67C-21FC-1E677E5A3ED7}"/>
          </ac:spMkLst>
        </pc:spChg>
        <pc:spChg chg="mod topLvl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18" creationId="{3178490A-22AC-C9C5-E8E5-DFC0001AB42A}"/>
          </ac:spMkLst>
        </pc:spChg>
        <pc:spChg chg="mod topLvl">
          <ac:chgData name="Jiaqi Liang" userId="cb0d2e1e-ba45-42ca-bc7e-1efa8936f35a" providerId="ADAL" clId="{72322D61-1B5D-468A-9D60-792C919603CD}" dt="2026-07-03T15:01:52.535" v="89" actId="164"/>
          <ac:spMkLst>
            <pc:docMk/>
            <pc:sldMk cId="620975483" sldId="256"/>
            <ac:spMk id="19" creationId="{64CD75D9-E074-9AEF-03F6-B18935F93F09}"/>
          </ac:spMkLst>
        </pc:spChg>
        <pc:spChg chg="mod topLvl">
          <ac:chgData name="Jiaqi Liang" userId="cb0d2e1e-ba45-42ca-bc7e-1efa8936f35a" providerId="ADAL" clId="{72322D61-1B5D-468A-9D60-792C919603CD}" dt="2026-07-03T15:01:52.535" v="89" actId="164"/>
          <ac:spMkLst>
            <pc:docMk/>
            <pc:sldMk cId="620975483" sldId="256"/>
            <ac:spMk id="20" creationId="{619933DC-3700-704A-BF97-45CF3D5D5199}"/>
          </ac:spMkLst>
        </pc:spChg>
        <pc:spChg chg="add mod topLvl">
          <ac:chgData name="Jiaqi Liang" userId="cb0d2e1e-ba45-42ca-bc7e-1efa8936f35a" providerId="ADAL" clId="{72322D61-1B5D-468A-9D60-792C919603CD}" dt="2026-07-03T15:35:28.583" v="234" actId="1076"/>
          <ac:spMkLst>
            <pc:docMk/>
            <pc:sldMk cId="620975483" sldId="256"/>
            <ac:spMk id="28" creationId="{B99880DA-E698-AB88-8EF9-708F7B29405E}"/>
          </ac:spMkLst>
        </pc:spChg>
        <pc:spChg chg="mod">
          <ac:chgData name="Jiaqi Liang" userId="cb0d2e1e-ba45-42ca-bc7e-1efa8936f35a" providerId="ADAL" clId="{72322D61-1B5D-468A-9D60-792C919603CD}" dt="2026-07-03T15:03:22.131" v="134"/>
          <ac:spMkLst>
            <pc:docMk/>
            <pc:sldMk cId="620975483" sldId="256"/>
            <ac:spMk id="36" creationId="{95DB4ACB-7669-114F-EC0D-8CD251A87B7F}"/>
          </ac:spMkLst>
        </pc:spChg>
        <pc:spChg chg="mod">
          <ac:chgData name="Jiaqi Liang" userId="cb0d2e1e-ba45-42ca-bc7e-1efa8936f35a" providerId="ADAL" clId="{72322D61-1B5D-468A-9D60-792C919603CD}" dt="2026-07-03T15:03:22.131" v="134"/>
          <ac:spMkLst>
            <pc:docMk/>
            <pc:sldMk cId="620975483" sldId="256"/>
            <ac:spMk id="37" creationId="{FB1C46D1-858B-E110-FE95-82EE43D711E0}"/>
          </ac:spMkLst>
        </pc:spChg>
        <pc:spChg chg="mod">
          <ac:chgData name="Jiaqi Liang" userId="cb0d2e1e-ba45-42ca-bc7e-1efa8936f35a" providerId="ADAL" clId="{72322D61-1B5D-468A-9D60-792C919603CD}" dt="2026-07-03T15:03:22.131" v="134"/>
          <ac:spMkLst>
            <pc:docMk/>
            <pc:sldMk cId="620975483" sldId="256"/>
            <ac:spMk id="38" creationId="{E2508D5C-C5B2-694A-14BB-00F756CBE600}"/>
          </ac:spMkLst>
        </pc:spChg>
        <pc:spChg chg="mod">
          <ac:chgData name="Jiaqi Liang" userId="cb0d2e1e-ba45-42ca-bc7e-1efa8936f35a" providerId="ADAL" clId="{72322D61-1B5D-468A-9D60-792C919603CD}" dt="2026-07-03T15:03:22.131" v="134"/>
          <ac:spMkLst>
            <pc:docMk/>
            <pc:sldMk cId="620975483" sldId="256"/>
            <ac:spMk id="39" creationId="{6855EC60-1ED0-F9E6-2659-083F09F02D52}"/>
          </ac:spMkLst>
        </pc:spChg>
        <pc:spChg chg="mod">
          <ac:chgData name="Jiaqi Liang" userId="cb0d2e1e-ba45-42ca-bc7e-1efa8936f35a" providerId="ADAL" clId="{72322D61-1B5D-468A-9D60-792C919603CD}" dt="2026-07-03T15:03:22.131" v="134"/>
          <ac:spMkLst>
            <pc:docMk/>
            <pc:sldMk cId="620975483" sldId="256"/>
            <ac:spMk id="40" creationId="{432317E9-C60E-1D01-FDE8-CD315462CB29}"/>
          </ac:spMkLst>
        </pc:spChg>
        <pc:spChg chg="mod">
          <ac:chgData name="Jiaqi Liang" userId="cb0d2e1e-ba45-42ca-bc7e-1efa8936f35a" providerId="ADAL" clId="{72322D61-1B5D-468A-9D60-792C919603CD}" dt="2026-07-03T15:03:22.131" v="134"/>
          <ac:spMkLst>
            <pc:docMk/>
            <pc:sldMk cId="620975483" sldId="256"/>
            <ac:spMk id="41" creationId="{922B7599-AEBB-1C1B-198C-FA898F6807E2}"/>
          </ac:spMkLst>
        </pc:spChg>
        <pc:spChg chg="mod">
          <ac:chgData name="Jiaqi Liang" userId="cb0d2e1e-ba45-42ca-bc7e-1efa8936f35a" providerId="ADAL" clId="{72322D61-1B5D-468A-9D60-792C919603CD}" dt="2026-07-03T15:03:22.131" v="134"/>
          <ac:spMkLst>
            <pc:docMk/>
            <pc:sldMk cId="620975483" sldId="256"/>
            <ac:spMk id="42" creationId="{F867EF56-2A99-C1F2-BB85-7E5516F0C54D}"/>
          </ac:spMkLst>
        </pc:spChg>
        <pc:spChg chg="mod">
          <ac:chgData name="Jiaqi Liang" userId="cb0d2e1e-ba45-42ca-bc7e-1efa8936f35a" providerId="ADAL" clId="{72322D61-1B5D-468A-9D60-792C919603CD}" dt="2026-07-03T15:03:26.506" v="136"/>
          <ac:spMkLst>
            <pc:docMk/>
            <pc:sldMk cId="620975483" sldId="256"/>
            <ac:spMk id="44" creationId="{184E1EE0-47C4-070D-6A9A-96E53E85F8C3}"/>
          </ac:spMkLst>
        </pc:spChg>
        <pc:spChg chg="mod">
          <ac:chgData name="Jiaqi Liang" userId="cb0d2e1e-ba45-42ca-bc7e-1efa8936f35a" providerId="ADAL" clId="{72322D61-1B5D-468A-9D60-792C919603CD}" dt="2026-07-03T15:03:26.506" v="136"/>
          <ac:spMkLst>
            <pc:docMk/>
            <pc:sldMk cId="620975483" sldId="256"/>
            <ac:spMk id="45" creationId="{B8C95D70-049B-D48B-8CE6-90F175B42EBD}"/>
          </ac:spMkLst>
        </pc:spChg>
        <pc:spChg chg="mod">
          <ac:chgData name="Jiaqi Liang" userId="cb0d2e1e-ba45-42ca-bc7e-1efa8936f35a" providerId="ADAL" clId="{72322D61-1B5D-468A-9D60-792C919603CD}" dt="2026-07-03T15:03:26.506" v="136"/>
          <ac:spMkLst>
            <pc:docMk/>
            <pc:sldMk cId="620975483" sldId="256"/>
            <ac:spMk id="46" creationId="{1C94947F-A07A-20BF-3394-0C010694B379}"/>
          </ac:spMkLst>
        </pc:spChg>
        <pc:spChg chg="mod">
          <ac:chgData name="Jiaqi Liang" userId="cb0d2e1e-ba45-42ca-bc7e-1efa8936f35a" providerId="ADAL" clId="{72322D61-1B5D-468A-9D60-792C919603CD}" dt="2026-07-03T15:03:26.506" v="136"/>
          <ac:spMkLst>
            <pc:docMk/>
            <pc:sldMk cId="620975483" sldId="256"/>
            <ac:spMk id="47" creationId="{5E76E7DD-8764-76EA-F63E-3BC85ECD79ED}"/>
          </ac:spMkLst>
        </pc:spChg>
        <pc:spChg chg="mod">
          <ac:chgData name="Jiaqi Liang" userId="cb0d2e1e-ba45-42ca-bc7e-1efa8936f35a" providerId="ADAL" clId="{72322D61-1B5D-468A-9D60-792C919603CD}" dt="2026-07-03T15:03:26.506" v="136"/>
          <ac:spMkLst>
            <pc:docMk/>
            <pc:sldMk cId="620975483" sldId="256"/>
            <ac:spMk id="48" creationId="{A4B4B34A-A1C7-1AB1-6F61-4CAE725CD41C}"/>
          </ac:spMkLst>
        </pc:spChg>
        <pc:spChg chg="mod">
          <ac:chgData name="Jiaqi Liang" userId="cb0d2e1e-ba45-42ca-bc7e-1efa8936f35a" providerId="ADAL" clId="{72322D61-1B5D-468A-9D60-792C919603CD}" dt="2026-07-03T15:03:26.506" v="136"/>
          <ac:spMkLst>
            <pc:docMk/>
            <pc:sldMk cId="620975483" sldId="256"/>
            <ac:spMk id="49" creationId="{BC012431-38E8-356D-0474-AF416C4872F6}"/>
          </ac:spMkLst>
        </pc:spChg>
        <pc:spChg chg="mod">
          <ac:chgData name="Jiaqi Liang" userId="cb0d2e1e-ba45-42ca-bc7e-1efa8936f35a" providerId="ADAL" clId="{72322D61-1B5D-468A-9D60-792C919603CD}" dt="2026-07-03T15:03:26.506" v="136"/>
          <ac:spMkLst>
            <pc:docMk/>
            <pc:sldMk cId="620975483" sldId="256"/>
            <ac:spMk id="50" creationId="{12FB8EFC-25E7-C880-7E6F-ED6C0459A880}"/>
          </ac:spMkLst>
        </pc:spChg>
        <pc:spChg chg="add mod ord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51" creationId="{9ACDBCBA-FC4C-71D9-FA5A-86B20885978E}"/>
          </ac:spMkLst>
        </pc:spChg>
        <pc:spChg chg="add mod ord">
          <ac:chgData name="Jiaqi Liang" userId="cb0d2e1e-ba45-42ca-bc7e-1efa8936f35a" providerId="ADAL" clId="{72322D61-1B5D-468A-9D60-792C919603CD}" dt="2026-07-03T15:37:31.723" v="246" actId="207"/>
          <ac:spMkLst>
            <pc:docMk/>
            <pc:sldMk cId="620975483" sldId="256"/>
            <ac:spMk id="53" creationId="{A5E5543F-C3BB-E97E-3C8F-DE3BE6D77335}"/>
          </ac:spMkLst>
        </pc:spChg>
        <pc:spChg chg="add mod ord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55" creationId="{855240E7-6DC1-8BC9-0C6E-0B40903E6A87}"/>
          </ac:spMkLst>
        </pc:spChg>
        <pc:spChg chg="add del mod ord">
          <ac:chgData name="Jiaqi Liang" userId="cb0d2e1e-ba45-42ca-bc7e-1efa8936f35a" providerId="ADAL" clId="{72322D61-1B5D-468A-9D60-792C919603CD}" dt="2026-07-03T15:18:35.650" v="207" actId="478"/>
          <ac:spMkLst>
            <pc:docMk/>
            <pc:sldMk cId="620975483" sldId="256"/>
            <ac:spMk id="56" creationId="{66966FE7-60E3-A97A-7B4E-B3FF94E2B9A6}"/>
          </ac:spMkLst>
        </pc:spChg>
        <pc:spChg chg="add del mod ord">
          <ac:chgData name="Jiaqi Liang" userId="cb0d2e1e-ba45-42ca-bc7e-1efa8936f35a" providerId="ADAL" clId="{72322D61-1B5D-468A-9D60-792C919603CD}" dt="2026-07-03T15:18:37.768" v="208" actId="478"/>
          <ac:spMkLst>
            <pc:docMk/>
            <pc:sldMk cId="620975483" sldId="256"/>
            <ac:spMk id="57" creationId="{8C3B07B9-2F51-046A-6A94-A529BF9EDD4E}"/>
          </ac:spMkLst>
        </pc:spChg>
        <pc:spChg chg="add del mod ord">
          <ac:chgData name="Jiaqi Liang" userId="cb0d2e1e-ba45-42ca-bc7e-1efa8936f35a" providerId="ADAL" clId="{72322D61-1B5D-468A-9D60-792C919603CD}" dt="2026-07-03T15:18:34.498" v="206" actId="478"/>
          <ac:spMkLst>
            <pc:docMk/>
            <pc:sldMk cId="620975483" sldId="256"/>
            <ac:spMk id="58" creationId="{8A2AA048-AF6C-12FA-9EDE-D43BB3121328}"/>
          </ac:spMkLst>
        </pc:spChg>
        <pc:spChg chg="mod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60" creationId="{D3B479AB-5BB2-8F3A-89CF-838CD062E4B7}"/>
          </ac:spMkLst>
        </pc:spChg>
        <pc:spChg chg="mod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61" creationId="{593C6C12-11FA-AB2E-364F-A6743F6FDE84}"/>
          </ac:spMkLst>
        </pc:spChg>
        <pc:spChg chg="mod">
          <ac:chgData name="Jiaqi Liang" userId="cb0d2e1e-ba45-42ca-bc7e-1efa8936f35a" providerId="ADAL" clId="{72322D61-1B5D-468A-9D60-792C919603CD}" dt="2026-07-03T15:15:46.772" v="193"/>
          <ac:spMkLst>
            <pc:docMk/>
            <pc:sldMk cId="620975483" sldId="256"/>
            <ac:spMk id="62" creationId="{44836E1E-C9B7-CA32-8570-7215B3E2D5DA}"/>
          </ac:spMkLst>
        </pc:spChg>
        <pc:spChg chg="mod">
          <ac:chgData name="Jiaqi Liang" userId="cb0d2e1e-ba45-42ca-bc7e-1efa8936f35a" providerId="ADAL" clId="{72322D61-1B5D-468A-9D60-792C919603CD}" dt="2026-07-03T15:15:46.772" v="193"/>
          <ac:spMkLst>
            <pc:docMk/>
            <pc:sldMk cId="620975483" sldId="256"/>
            <ac:spMk id="63" creationId="{F1E7F515-E1D9-918B-191B-51154A4CFD4E}"/>
          </ac:spMkLst>
        </pc:spChg>
        <pc:spChg chg="mod">
          <ac:chgData name="Jiaqi Liang" userId="cb0d2e1e-ba45-42ca-bc7e-1efa8936f35a" providerId="ADAL" clId="{72322D61-1B5D-468A-9D60-792C919603CD}" dt="2026-07-03T15:15:46.772" v="193"/>
          <ac:spMkLst>
            <pc:docMk/>
            <pc:sldMk cId="620975483" sldId="256"/>
            <ac:spMk id="64" creationId="{FDE809F0-E873-DDB7-79C3-C10ADEA7BE81}"/>
          </ac:spMkLst>
        </pc:spChg>
        <pc:spChg chg="mod">
          <ac:chgData name="Jiaqi Liang" userId="cb0d2e1e-ba45-42ca-bc7e-1efa8936f35a" providerId="ADAL" clId="{72322D61-1B5D-468A-9D60-792C919603CD}" dt="2026-07-03T15:15:46.772" v="193"/>
          <ac:spMkLst>
            <pc:docMk/>
            <pc:sldMk cId="620975483" sldId="256"/>
            <ac:spMk id="65" creationId="{E851A238-0440-E7BA-D3A2-0F984FC6561D}"/>
          </ac:spMkLst>
        </pc:spChg>
        <pc:spChg chg="mod">
          <ac:chgData name="Jiaqi Liang" userId="cb0d2e1e-ba45-42ca-bc7e-1efa8936f35a" providerId="ADAL" clId="{72322D61-1B5D-468A-9D60-792C919603CD}" dt="2026-07-03T15:15:46.772" v="193"/>
          <ac:spMkLst>
            <pc:docMk/>
            <pc:sldMk cId="620975483" sldId="256"/>
            <ac:spMk id="66" creationId="{32E10AAA-5DE1-258C-BE07-0295BC5AD8EF}"/>
          </ac:spMkLst>
        </pc:spChg>
        <pc:spChg chg="del mod">
          <ac:chgData name="Jiaqi Liang" userId="cb0d2e1e-ba45-42ca-bc7e-1efa8936f35a" providerId="ADAL" clId="{72322D61-1B5D-468A-9D60-792C919603CD}" dt="2026-07-03T15:36:10.160" v="242" actId="478"/>
          <ac:spMkLst>
            <pc:docMk/>
            <pc:sldMk cId="620975483" sldId="256"/>
            <ac:spMk id="69" creationId="{30D119DE-E617-7080-BAED-BFBAF92FC3F7}"/>
          </ac:spMkLst>
        </pc:spChg>
        <pc:spChg chg="del mod">
          <ac:chgData name="Jiaqi Liang" userId="cb0d2e1e-ba45-42ca-bc7e-1efa8936f35a" providerId="ADAL" clId="{72322D61-1B5D-468A-9D60-792C919603CD}" dt="2026-07-03T15:36:01.394" v="238" actId="478"/>
          <ac:spMkLst>
            <pc:docMk/>
            <pc:sldMk cId="620975483" sldId="256"/>
            <ac:spMk id="70" creationId="{745A10CC-5196-7540-FB94-FE5340240DE5}"/>
          </ac:spMkLst>
        </pc:spChg>
        <pc:spChg chg="del mod">
          <ac:chgData name="Jiaqi Liang" userId="cb0d2e1e-ba45-42ca-bc7e-1efa8936f35a" providerId="ADAL" clId="{72322D61-1B5D-468A-9D60-792C919603CD}" dt="2026-07-03T15:36:08.062" v="241" actId="478"/>
          <ac:spMkLst>
            <pc:docMk/>
            <pc:sldMk cId="620975483" sldId="256"/>
            <ac:spMk id="71" creationId="{D3866175-36BF-23C4-1BDE-B790590CB54B}"/>
          </ac:spMkLst>
        </pc:spChg>
        <pc:spChg chg="mod">
          <ac:chgData name="Jiaqi Liang" userId="cb0d2e1e-ba45-42ca-bc7e-1efa8936f35a" providerId="ADAL" clId="{72322D61-1B5D-468A-9D60-792C919603CD}" dt="2026-07-03T15:19:04.440" v="213"/>
          <ac:spMkLst>
            <pc:docMk/>
            <pc:sldMk cId="620975483" sldId="256"/>
            <ac:spMk id="73" creationId="{87FFEB02-D111-53C6-2EDA-D287C25BA0D7}"/>
          </ac:spMkLst>
        </pc:spChg>
        <pc:spChg chg="mod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74" creationId="{E2FAD295-38FB-56A4-6FB1-9E201829EE6E}"/>
          </ac:spMkLst>
        </pc:spChg>
        <pc:spChg chg="mod">
          <ac:chgData name="Jiaqi Liang" userId="cb0d2e1e-ba45-42ca-bc7e-1efa8936f35a" providerId="ADAL" clId="{72322D61-1B5D-468A-9D60-792C919603CD}" dt="2026-07-03T15:19:04.440" v="213"/>
          <ac:spMkLst>
            <pc:docMk/>
            <pc:sldMk cId="620975483" sldId="256"/>
            <ac:spMk id="75" creationId="{F5B8EA22-F943-7F1F-8763-704E5DD262DC}"/>
          </ac:spMkLst>
        </pc:spChg>
        <pc:spChg chg="mod">
          <ac:chgData name="Jiaqi Liang" userId="cb0d2e1e-ba45-42ca-bc7e-1efa8936f35a" providerId="ADAL" clId="{72322D61-1B5D-468A-9D60-792C919603CD}" dt="2026-07-03T15:19:58.269" v="220"/>
          <ac:spMkLst>
            <pc:docMk/>
            <pc:sldMk cId="620975483" sldId="256"/>
            <ac:spMk id="77" creationId="{F73F1A17-AD2F-1DCE-E25C-4EB24FD1D4A2}"/>
          </ac:spMkLst>
        </pc:spChg>
        <pc:spChg chg="mod">
          <ac:chgData name="Jiaqi Liang" userId="cb0d2e1e-ba45-42ca-bc7e-1efa8936f35a" providerId="ADAL" clId="{72322D61-1B5D-468A-9D60-792C919603CD}" dt="2026-07-03T15:19:58.269" v="220"/>
          <ac:spMkLst>
            <pc:docMk/>
            <pc:sldMk cId="620975483" sldId="256"/>
            <ac:spMk id="78" creationId="{701F031E-ED69-807F-E6F2-2B901569A8CB}"/>
          </ac:spMkLst>
        </pc:spChg>
        <pc:spChg chg="mod">
          <ac:chgData name="Jiaqi Liang" userId="cb0d2e1e-ba45-42ca-bc7e-1efa8936f35a" providerId="ADAL" clId="{72322D61-1B5D-468A-9D60-792C919603CD}" dt="2026-07-03T15:19:58.269" v="220"/>
          <ac:spMkLst>
            <pc:docMk/>
            <pc:sldMk cId="620975483" sldId="256"/>
            <ac:spMk id="79" creationId="{86861250-2BE4-98C5-5FAD-0F9AE5F749A0}"/>
          </ac:spMkLst>
        </pc:spChg>
        <pc:spChg chg="mod">
          <ac:chgData name="Jiaqi Liang" userId="cb0d2e1e-ba45-42ca-bc7e-1efa8936f35a" providerId="ADAL" clId="{72322D61-1B5D-468A-9D60-792C919603CD}" dt="2026-07-03T15:19:58.269" v="220"/>
          <ac:spMkLst>
            <pc:docMk/>
            <pc:sldMk cId="620975483" sldId="256"/>
            <ac:spMk id="80" creationId="{E4331C8C-92C4-E03C-41E1-F9635E4E119A}"/>
          </ac:spMkLst>
        </pc:spChg>
        <pc:spChg chg="mod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81" creationId="{9403A863-61EF-61F0-F0FA-9FF76CAB6930}"/>
          </ac:spMkLst>
        </pc:spChg>
        <pc:spChg chg="mod">
          <ac:chgData name="Jiaqi Liang" userId="cb0d2e1e-ba45-42ca-bc7e-1efa8936f35a" providerId="ADAL" clId="{72322D61-1B5D-468A-9D60-792C919603CD}" dt="2026-07-03T15:19:58.269" v="220"/>
          <ac:spMkLst>
            <pc:docMk/>
            <pc:sldMk cId="620975483" sldId="256"/>
            <ac:spMk id="82" creationId="{3548354D-B54E-7E36-C9B5-9366AB9E5598}"/>
          </ac:spMkLst>
        </pc:spChg>
        <pc:spChg chg="mod">
          <ac:chgData name="Jiaqi Liang" userId="cb0d2e1e-ba45-42ca-bc7e-1efa8936f35a" providerId="ADAL" clId="{72322D61-1B5D-468A-9D60-792C919603CD}" dt="2026-07-03T15:38:05.457" v="253" actId="165"/>
          <ac:spMkLst>
            <pc:docMk/>
            <pc:sldMk cId="620975483" sldId="256"/>
            <ac:spMk id="83" creationId="{208C00D5-A2CB-2D85-BC8E-7B6FF1E1290B}"/>
          </ac:spMkLst>
        </pc:spChg>
        <pc:spChg chg="add del">
          <ac:chgData name="Jiaqi Liang" userId="cb0d2e1e-ba45-42ca-bc7e-1efa8936f35a" providerId="ADAL" clId="{72322D61-1B5D-468A-9D60-792C919603CD}" dt="2026-07-03T15:37:56.304" v="252" actId="22"/>
          <ac:spMkLst>
            <pc:docMk/>
            <pc:sldMk cId="620975483" sldId="256"/>
            <ac:spMk id="86" creationId="{3A24A04A-C3E9-93D3-B9E7-7854B8CEC4EE}"/>
          </ac:spMkLst>
        </pc:spChg>
        <pc:spChg chg="mod">
          <ac:chgData name="Jiaqi Liang" userId="cb0d2e1e-ba45-42ca-bc7e-1efa8936f35a" providerId="ADAL" clId="{72322D61-1B5D-468A-9D60-792C919603CD}" dt="2026-07-03T15:38:08.409" v="254"/>
          <ac:spMkLst>
            <pc:docMk/>
            <pc:sldMk cId="620975483" sldId="256"/>
            <ac:spMk id="88" creationId="{75A18EFD-4C79-580F-9136-21A8D9B22F9D}"/>
          </ac:spMkLst>
        </pc:spChg>
        <pc:spChg chg="mod">
          <ac:chgData name="Jiaqi Liang" userId="cb0d2e1e-ba45-42ca-bc7e-1efa8936f35a" providerId="ADAL" clId="{72322D61-1B5D-468A-9D60-792C919603CD}" dt="2026-07-03T15:38:08.409" v="254"/>
          <ac:spMkLst>
            <pc:docMk/>
            <pc:sldMk cId="620975483" sldId="256"/>
            <ac:spMk id="89" creationId="{2FA4E690-8CB7-AA91-89A1-84C71CC6546F}"/>
          </ac:spMkLst>
        </pc:spChg>
        <pc:spChg chg="mod">
          <ac:chgData name="Jiaqi Liang" userId="cb0d2e1e-ba45-42ca-bc7e-1efa8936f35a" providerId="ADAL" clId="{72322D61-1B5D-468A-9D60-792C919603CD}" dt="2026-07-03T15:38:08.409" v="254"/>
          <ac:spMkLst>
            <pc:docMk/>
            <pc:sldMk cId="620975483" sldId="256"/>
            <ac:spMk id="90" creationId="{74033708-BC66-B02E-5F57-86FD1ABF887C}"/>
          </ac:spMkLst>
        </pc:spChg>
        <pc:spChg chg="mod">
          <ac:chgData name="Jiaqi Liang" userId="cb0d2e1e-ba45-42ca-bc7e-1efa8936f35a" providerId="ADAL" clId="{72322D61-1B5D-468A-9D60-792C919603CD}" dt="2026-07-03T15:38:14.473" v="257"/>
          <ac:spMkLst>
            <pc:docMk/>
            <pc:sldMk cId="620975483" sldId="256"/>
            <ac:spMk id="92" creationId="{2CB9FD2E-8BE0-8848-0374-61559CD3F81F}"/>
          </ac:spMkLst>
        </pc:spChg>
        <pc:spChg chg="mod">
          <ac:chgData name="Jiaqi Liang" userId="cb0d2e1e-ba45-42ca-bc7e-1efa8936f35a" providerId="ADAL" clId="{72322D61-1B5D-468A-9D60-792C919603CD}" dt="2026-07-03T15:38:14.473" v="257"/>
          <ac:spMkLst>
            <pc:docMk/>
            <pc:sldMk cId="620975483" sldId="256"/>
            <ac:spMk id="93" creationId="{BF02CF17-7FBA-3DD0-8762-857AD173A5CD}"/>
          </ac:spMkLst>
        </pc:spChg>
        <pc:spChg chg="mod">
          <ac:chgData name="Jiaqi Liang" userId="cb0d2e1e-ba45-42ca-bc7e-1efa8936f35a" providerId="ADAL" clId="{72322D61-1B5D-468A-9D60-792C919603CD}" dt="2026-07-03T15:38:14.473" v="257"/>
          <ac:spMkLst>
            <pc:docMk/>
            <pc:sldMk cId="620975483" sldId="256"/>
            <ac:spMk id="94" creationId="{BA00C14D-4D5E-0924-E514-76E82DB74EBE}"/>
          </ac:spMkLst>
        </pc:spChg>
        <pc:spChg chg="add mod">
          <ac:chgData name="Jiaqi Liang" userId="cb0d2e1e-ba45-42ca-bc7e-1efa8936f35a" providerId="ADAL" clId="{72322D61-1B5D-468A-9D60-792C919603CD}" dt="2026-07-03T15:43:29.765" v="310" actId="164"/>
          <ac:spMkLst>
            <pc:docMk/>
            <pc:sldMk cId="620975483" sldId="256"/>
            <ac:spMk id="96" creationId="{1500D363-0699-3610-1ECF-5F93C6F4821F}"/>
          </ac:spMkLst>
        </pc:spChg>
        <pc:spChg chg="add mod">
          <ac:chgData name="Jiaqi Liang" userId="cb0d2e1e-ba45-42ca-bc7e-1efa8936f35a" providerId="ADAL" clId="{72322D61-1B5D-468A-9D60-792C919603CD}" dt="2026-07-03T15:43:29.765" v="310" actId="164"/>
          <ac:spMkLst>
            <pc:docMk/>
            <pc:sldMk cId="620975483" sldId="256"/>
            <ac:spMk id="98" creationId="{0BD34472-A3DD-4EF5-CC8B-4B7598100387}"/>
          </ac:spMkLst>
        </pc:spChg>
        <pc:spChg chg="add mod">
          <ac:chgData name="Jiaqi Liang" userId="cb0d2e1e-ba45-42ca-bc7e-1efa8936f35a" providerId="ADAL" clId="{72322D61-1B5D-468A-9D60-792C919603CD}" dt="2026-07-03T15:43:29.765" v="310" actId="164"/>
          <ac:spMkLst>
            <pc:docMk/>
            <pc:sldMk cId="620975483" sldId="256"/>
            <ac:spMk id="100" creationId="{5943C09D-93FC-F27C-3A12-D1DF69E3889F}"/>
          </ac:spMkLst>
        </pc:spChg>
        <pc:spChg chg="add 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01" creationId="{7F0AD3B7-F00C-5793-5543-DADBF1449968}"/>
          </ac:spMkLst>
        </pc:spChg>
        <pc:spChg chg="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03" creationId="{4A4FF83E-75A4-A56C-BFCC-75E764921586}"/>
          </ac:spMkLst>
        </pc:spChg>
        <pc:spChg chg="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04" creationId="{69F7D83F-19C9-CD47-3CF5-2F510133D3EE}"/>
          </ac:spMkLst>
        </pc:spChg>
        <pc:spChg chg="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05" creationId="{AA4EA31B-A971-A8B5-F151-212EA57DA67A}"/>
          </ac:spMkLst>
        </pc:spChg>
        <pc:spChg chg="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07" creationId="{5F0D9889-72AF-EFC9-0726-78CBA1850A6A}"/>
          </ac:spMkLst>
        </pc:spChg>
        <pc:spChg chg="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08" creationId="{1898A275-0A77-200F-261C-18AA6A1D4C76}"/>
          </ac:spMkLst>
        </pc:spChg>
        <pc:spChg chg="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09" creationId="{8E5B302B-2BF8-3576-FBD7-44F7C51D14C0}"/>
          </ac:spMkLst>
        </pc:spChg>
        <pc:spChg chg="add mod">
          <ac:chgData name="Jiaqi Liang" userId="cb0d2e1e-ba45-42ca-bc7e-1efa8936f35a" providerId="ADAL" clId="{72322D61-1B5D-468A-9D60-792C919603CD}" dt="2026-07-03T15:42:10.919" v="296" actId="2711"/>
          <ac:spMkLst>
            <pc:docMk/>
            <pc:sldMk cId="620975483" sldId="256"/>
            <ac:spMk id="110" creationId="{6B233D1E-AB2F-C91E-D789-8D1C7D4A5D75}"/>
          </ac:spMkLst>
        </pc:spChg>
        <pc:grpChg chg="add mod">
          <ac:chgData name="Jiaqi Liang" userId="cb0d2e1e-ba45-42ca-bc7e-1efa8936f35a" providerId="ADAL" clId="{72322D61-1B5D-468A-9D60-792C919603CD}" dt="2026-07-03T15:43:27.678" v="309"/>
          <ac:grpSpMkLst>
            <pc:docMk/>
            <pc:sldMk cId="620975483" sldId="256"/>
            <ac:grpSpMk id="3" creationId="{8867953B-11D8-BC58-0D9E-224107C89C8B}"/>
          </ac:grpSpMkLst>
        </pc:grpChg>
        <pc:grpChg chg="add mod">
          <ac:chgData name="Jiaqi Liang" userId="cb0d2e1e-ba45-42ca-bc7e-1efa8936f35a" providerId="ADAL" clId="{72322D61-1B5D-468A-9D60-792C919603CD}" dt="2026-07-03T15:43:27.678" v="309"/>
          <ac:grpSpMkLst>
            <pc:docMk/>
            <pc:sldMk cId="620975483" sldId="256"/>
            <ac:grpSpMk id="4" creationId="{956FE247-F390-E385-0B11-A4AD2D0996A4}"/>
          </ac:grpSpMkLst>
        </pc:grpChg>
        <pc:grpChg chg="add del mod">
          <ac:chgData name="Jiaqi Liang" userId="cb0d2e1e-ba45-42ca-bc7e-1efa8936f35a" providerId="ADAL" clId="{72322D61-1B5D-468A-9D60-792C919603CD}" dt="2026-07-03T15:02:25.452" v="117" actId="478"/>
          <ac:grpSpMkLst>
            <pc:docMk/>
            <pc:sldMk cId="620975483" sldId="256"/>
            <ac:grpSpMk id="10" creationId="{3F8176BF-899E-12A8-2B66-B5F4AC05A9CE}"/>
          </ac:grpSpMkLst>
        </pc:grpChg>
        <pc:grpChg chg="add del mod topLvl">
          <ac:chgData name="Jiaqi Liang" userId="cb0d2e1e-ba45-42ca-bc7e-1efa8936f35a" providerId="ADAL" clId="{72322D61-1B5D-468A-9D60-792C919603CD}" dt="2026-07-03T15:01:50.351" v="88" actId="165"/>
          <ac:grpSpMkLst>
            <pc:docMk/>
            <pc:sldMk cId="620975483" sldId="256"/>
            <ac:grpSpMk id="13" creationId="{2162FA15-ABD7-9424-EFA0-89003769BAE9}"/>
          </ac:grpSpMkLst>
        </pc:grpChg>
        <pc:grpChg chg="add del mod">
          <ac:chgData name="Jiaqi Liang" userId="cb0d2e1e-ba45-42ca-bc7e-1efa8936f35a" providerId="ADAL" clId="{72322D61-1B5D-468A-9D60-792C919603CD}" dt="2026-07-03T15:01:48.118" v="87" actId="165"/>
          <ac:grpSpMkLst>
            <pc:docMk/>
            <pc:sldMk cId="620975483" sldId="256"/>
            <ac:grpSpMk id="29" creationId="{6B306F21-186D-0257-E853-12D066879A5C}"/>
          </ac:grpSpMkLst>
        </pc:grpChg>
        <pc:grpChg chg="add mod">
          <ac:chgData name="Jiaqi Liang" userId="cb0d2e1e-ba45-42ca-bc7e-1efa8936f35a" providerId="ADAL" clId="{72322D61-1B5D-468A-9D60-792C919603CD}" dt="2026-07-03T15:20:23.242" v="228" actId="164"/>
          <ac:grpSpMkLst>
            <pc:docMk/>
            <pc:sldMk cId="620975483" sldId="256"/>
            <ac:grpSpMk id="30" creationId="{8868EB86-203B-8D62-F9D8-E7E3F2CFF3E9}"/>
          </ac:grpSpMkLst>
        </pc:grpChg>
        <pc:grpChg chg="add del mod">
          <ac:chgData name="Jiaqi Liang" userId="cb0d2e1e-ba45-42ca-bc7e-1efa8936f35a" providerId="ADAL" clId="{72322D61-1B5D-468A-9D60-792C919603CD}" dt="2026-07-03T15:16:32.610" v="197" actId="478"/>
          <ac:grpSpMkLst>
            <pc:docMk/>
            <pc:sldMk cId="620975483" sldId="256"/>
            <ac:grpSpMk id="35" creationId="{1A00312A-57DD-8533-1874-80DE5185EC60}"/>
          </ac:grpSpMkLst>
        </pc:grpChg>
        <pc:grpChg chg="add del mod">
          <ac:chgData name="Jiaqi Liang" userId="cb0d2e1e-ba45-42ca-bc7e-1efa8936f35a" providerId="ADAL" clId="{72322D61-1B5D-468A-9D60-792C919603CD}" dt="2026-07-03T15:19:56.568" v="219" actId="478"/>
          <ac:grpSpMkLst>
            <pc:docMk/>
            <pc:sldMk cId="620975483" sldId="256"/>
            <ac:grpSpMk id="43" creationId="{2F7F865E-C897-B852-463C-D76C2172DC99}"/>
          </ac:grpSpMkLst>
        </pc:grpChg>
        <pc:grpChg chg="mod ord">
          <ac:chgData name="Jiaqi Liang" userId="cb0d2e1e-ba45-42ca-bc7e-1efa8936f35a" providerId="ADAL" clId="{72322D61-1B5D-468A-9D60-792C919603CD}" dt="2026-07-03T15:43:29.765" v="310" actId="164"/>
          <ac:grpSpMkLst>
            <pc:docMk/>
            <pc:sldMk cId="620975483" sldId="256"/>
            <ac:grpSpMk id="59" creationId="{410A1695-39D5-B818-686F-6553B9AABEDB}"/>
          </ac:grpSpMkLst>
        </pc:grpChg>
        <pc:grpChg chg="add mod">
          <ac:chgData name="Jiaqi Liang" userId="cb0d2e1e-ba45-42ca-bc7e-1efa8936f35a" providerId="ADAL" clId="{72322D61-1B5D-468A-9D60-792C919603CD}" dt="2026-07-03T15:43:29.765" v="310" actId="164"/>
          <ac:grpSpMkLst>
            <pc:docMk/>
            <pc:sldMk cId="620975483" sldId="256"/>
            <ac:grpSpMk id="67" creationId="{09590D68-B88D-CE34-C183-1E4FF0B49A02}"/>
          </ac:grpSpMkLst>
        </pc:grpChg>
        <pc:grpChg chg="add del mod ord">
          <ac:chgData name="Jiaqi Liang" userId="cb0d2e1e-ba45-42ca-bc7e-1efa8936f35a" providerId="ADAL" clId="{72322D61-1B5D-468A-9D60-792C919603CD}" dt="2026-07-03T15:36:08.062" v="241" actId="478"/>
          <ac:grpSpMkLst>
            <pc:docMk/>
            <pc:sldMk cId="620975483" sldId="256"/>
            <ac:grpSpMk id="68" creationId="{99A498B5-DC53-7F05-F6D2-DB396D54AAB3}"/>
          </ac:grpSpMkLst>
        </pc:grpChg>
        <pc:grpChg chg="add del mod ord">
          <ac:chgData name="Jiaqi Liang" userId="cb0d2e1e-ba45-42ca-bc7e-1efa8936f35a" providerId="ADAL" clId="{72322D61-1B5D-468A-9D60-792C919603CD}" dt="2026-07-03T15:38:17.664" v="258" actId="478"/>
          <ac:grpSpMkLst>
            <pc:docMk/>
            <pc:sldMk cId="620975483" sldId="256"/>
            <ac:grpSpMk id="72" creationId="{735470D0-0031-5B2C-DBDE-445B5434546F}"/>
          </ac:grpSpMkLst>
        </pc:grpChg>
        <pc:grpChg chg="add mod">
          <ac:chgData name="Jiaqi Liang" userId="cb0d2e1e-ba45-42ca-bc7e-1efa8936f35a" providerId="ADAL" clId="{72322D61-1B5D-468A-9D60-792C919603CD}" dt="2026-07-03T15:43:29.765" v="310" actId="164"/>
          <ac:grpSpMkLst>
            <pc:docMk/>
            <pc:sldMk cId="620975483" sldId="256"/>
            <ac:grpSpMk id="76" creationId="{E7B6E522-53A4-3D54-42D5-3C203E35FA86}"/>
          </ac:grpSpMkLst>
        </pc:grpChg>
        <pc:grpChg chg="add mod">
          <ac:chgData name="Jiaqi Liang" userId="cb0d2e1e-ba45-42ca-bc7e-1efa8936f35a" providerId="ADAL" clId="{72322D61-1B5D-468A-9D60-792C919603CD}" dt="2026-07-03T15:21:27.666" v="230" actId="1076"/>
          <ac:grpSpMkLst>
            <pc:docMk/>
            <pc:sldMk cId="620975483" sldId="256"/>
            <ac:grpSpMk id="84" creationId="{0598CD78-4383-86CD-3602-4759C0312B07}"/>
          </ac:grpSpMkLst>
        </pc:grpChg>
        <pc:grpChg chg="add mod ord">
          <ac:chgData name="Jiaqi Liang" userId="cb0d2e1e-ba45-42ca-bc7e-1efa8936f35a" providerId="ADAL" clId="{72322D61-1B5D-468A-9D60-792C919603CD}" dt="2026-07-03T15:38:12.775" v="256" actId="167"/>
          <ac:grpSpMkLst>
            <pc:docMk/>
            <pc:sldMk cId="620975483" sldId="256"/>
            <ac:grpSpMk id="87" creationId="{8D7DF060-EB71-35BC-4CA4-46D60F249153}"/>
          </ac:grpSpMkLst>
        </pc:grpChg>
        <pc:grpChg chg="add mod ord">
          <ac:chgData name="Jiaqi Liang" userId="cb0d2e1e-ba45-42ca-bc7e-1efa8936f35a" providerId="ADAL" clId="{72322D61-1B5D-468A-9D60-792C919603CD}" dt="2026-07-03T15:38:22.251" v="260" actId="167"/>
          <ac:grpSpMkLst>
            <pc:docMk/>
            <pc:sldMk cId="620975483" sldId="256"/>
            <ac:grpSpMk id="91" creationId="{59E37AB4-265F-B15F-0A00-C9D7681F4CE8}"/>
          </ac:grpSpMkLst>
        </pc:grpChg>
        <pc:grpChg chg="add mod">
          <ac:chgData name="Jiaqi Liang" userId="cb0d2e1e-ba45-42ca-bc7e-1efa8936f35a" providerId="ADAL" clId="{72322D61-1B5D-468A-9D60-792C919603CD}" dt="2026-07-03T15:41:57.462" v="292" actId="164"/>
          <ac:grpSpMkLst>
            <pc:docMk/>
            <pc:sldMk cId="620975483" sldId="256"/>
            <ac:grpSpMk id="102" creationId="{7AD42221-86CD-A0B0-FB53-2560A90DAFF2}"/>
          </ac:grpSpMkLst>
        </pc:grpChg>
        <pc:grpChg chg="add mod">
          <ac:chgData name="Jiaqi Liang" userId="cb0d2e1e-ba45-42ca-bc7e-1efa8936f35a" providerId="ADAL" clId="{72322D61-1B5D-468A-9D60-792C919603CD}" dt="2026-07-03T15:41:57.462" v="292" actId="164"/>
          <ac:grpSpMkLst>
            <pc:docMk/>
            <pc:sldMk cId="620975483" sldId="256"/>
            <ac:grpSpMk id="106" creationId="{635CCDC6-E9D8-0519-6846-91CED60D0123}"/>
          </ac:grpSpMkLst>
        </pc:grpChg>
        <pc:grpChg chg="add mod">
          <ac:chgData name="Jiaqi Liang" userId="cb0d2e1e-ba45-42ca-bc7e-1efa8936f35a" providerId="ADAL" clId="{72322D61-1B5D-468A-9D60-792C919603CD}" dt="2026-07-03T15:43:29.765" v="310" actId="164"/>
          <ac:grpSpMkLst>
            <pc:docMk/>
            <pc:sldMk cId="620975483" sldId="256"/>
            <ac:grpSpMk id="111" creationId="{B6B0E770-E173-6C5C-2329-48948633E9CD}"/>
          </ac:grpSpMkLst>
        </pc:grpChg>
        <pc:picChg chg="add del mod">
          <ac:chgData name="Jiaqi Liang" userId="cb0d2e1e-ba45-42ca-bc7e-1efa8936f35a" providerId="ADAL" clId="{72322D61-1B5D-468A-9D60-792C919603CD}" dt="2026-07-03T14:59:17.655" v="52" actId="478"/>
          <ac:picMkLst>
            <pc:docMk/>
            <pc:sldMk cId="620975483" sldId="256"/>
            <ac:picMk id="5" creationId="{9610524F-1F0F-9A92-8045-3FC4C67D3378}"/>
          </ac:picMkLst>
        </pc:picChg>
        <pc:picChg chg="add mod">
          <ac:chgData name="Jiaqi Liang" userId="cb0d2e1e-ba45-42ca-bc7e-1efa8936f35a" providerId="ADAL" clId="{72322D61-1B5D-468A-9D60-792C919603CD}" dt="2026-07-03T14:42:40.706" v="20" actId="164"/>
          <ac:picMkLst>
            <pc:docMk/>
            <pc:sldMk cId="620975483" sldId="256"/>
            <ac:picMk id="7" creationId="{97C217BC-34BE-1C7A-FC5D-C914C96084A9}"/>
          </ac:picMkLst>
        </pc:picChg>
        <pc:picChg chg="add mod">
          <ac:chgData name="Jiaqi Liang" userId="cb0d2e1e-ba45-42ca-bc7e-1efa8936f35a" providerId="ADAL" clId="{72322D61-1B5D-468A-9D60-792C919603CD}" dt="2026-07-03T14:42:40.706" v="20" actId="164"/>
          <ac:picMkLst>
            <pc:docMk/>
            <pc:sldMk cId="620975483" sldId="256"/>
            <ac:picMk id="9" creationId="{B3D65C3D-1783-33CF-DB3F-836511F32B60}"/>
          </ac:picMkLst>
        </pc:picChg>
        <pc:picChg chg="add del">
          <ac:chgData name="Jiaqi Liang" userId="cb0d2e1e-ba45-42ca-bc7e-1efa8936f35a" providerId="ADAL" clId="{72322D61-1B5D-468A-9D60-792C919603CD}" dt="2026-07-03T14:59:13.274" v="50" actId="22"/>
          <ac:picMkLst>
            <pc:docMk/>
            <pc:sldMk cId="620975483" sldId="256"/>
            <ac:picMk id="22" creationId="{73DACB07-D400-9375-B470-604EA030E6F2}"/>
          </ac:picMkLst>
        </pc:picChg>
        <pc:picChg chg="add del mod">
          <ac:chgData name="Jiaqi Liang" userId="cb0d2e1e-ba45-42ca-bc7e-1efa8936f35a" providerId="ADAL" clId="{72322D61-1B5D-468A-9D60-792C919603CD}" dt="2026-07-03T15:00:22.617" v="62" actId="478"/>
          <ac:picMkLst>
            <pc:docMk/>
            <pc:sldMk cId="620975483" sldId="256"/>
            <ac:picMk id="24" creationId="{2DD698FD-091B-975D-6820-AD3C3D8AA5F3}"/>
          </ac:picMkLst>
        </pc:picChg>
        <pc:picChg chg="add mod ord">
          <ac:chgData name="Jiaqi Liang" userId="cb0d2e1e-ba45-42ca-bc7e-1efa8936f35a" providerId="ADAL" clId="{72322D61-1B5D-468A-9D60-792C919603CD}" dt="2026-07-03T15:43:29.765" v="310" actId="164"/>
          <ac:picMkLst>
            <pc:docMk/>
            <pc:sldMk cId="620975483" sldId="256"/>
            <ac:picMk id="26" creationId="{5098D0CD-85EB-D4CF-EC9D-FEEEA9FE78B1}"/>
          </ac:picMkLst>
        </pc:picChg>
        <pc:picChg chg="add del mod">
          <ac:chgData name="Jiaqi Liang" userId="cb0d2e1e-ba45-42ca-bc7e-1efa8936f35a" providerId="ADAL" clId="{72322D61-1B5D-468A-9D60-792C919603CD}" dt="2026-07-03T15:43:29.765" v="310" actId="164"/>
          <ac:picMkLst>
            <pc:docMk/>
            <pc:sldMk cId="620975483" sldId="256"/>
            <ac:picMk id="32" creationId="{2BC6C54E-8F1A-0FF1-8FA3-7A8A34E394CB}"/>
          </ac:picMkLst>
        </pc:picChg>
        <pc:picChg chg="add mod">
          <ac:chgData name="Jiaqi Liang" userId="cb0d2e1e-ba45-42ca-bc7e-1efa8936f35a" providerId="ADAL" clId="{72322D61-1B5D-468A-9D60-792C919603CD}" dt="2026-07-03T15:43:29.765" v="310" actId="164"/>
          <ac:picMkLst>
            <pc:docMk/>
            <pc:sldMk cId="620975483" sldId="256"/>
            <ac:picMk id="34" creationId="{6D2E9521-026E-B4D0-F6E5-F7C1BD680CD1}"/>
          </ac:picMkLst>
        </pc:picChg>
      </pc:sldChg>
      <pc:sldChg chg="addSp delSp modSp new mod">
        <pc:chgData name="Jiaqi Liang" userId="cb0d2e1e-ba45-42ca-bc7e-1efa8936f35a" providerId="ADAL" clId="{72322D61-1B5D-468A-9D60-792C919603CD}" dt="2026-07-03T14:57:09.199" v="32" actId="165"/>
        <pc:sldMkLst>
          <pc:docMk/>
          <pc:sldMk cId="4106509158" sldId="257"/>
        </pc:sldMkLst>
        <pc:spChg chg="del">
          <ac:chgData name="Jiaqi Liang" userId="cb0d2e1e-ba45-42ca-bc7e-1efa8936f35a" providerId="ADAL" clId="{72322D61-1B5D-468A-9D60-792C919603CD}" dt="2026-07-03T14:57:05.071" v="31" actId="478"/>
          <ac:spMkLst>
            <pc:docMk/>
            <pc:sldMk cId="4106509158" sldId="257"/>
            <ac:spMk id="2" creationId="{015AD8D2-BC74-2D44-116B-5242EFB81A19}"/>
          </ac:spMkLst>
        </pc:spChg>
        <pc:spChg chg="del">
          <ac:chgData name="Jiaqi Liang" userId="cb0d2e1e-ba45-42ca-bc7e-1efa8936f35a" providerId="ADAL" clId="{72322D61-1B5D-468A-9D60-792C919603CD}" dt="2026-07-03T14:57:04.047" v="30" actId="478"/>
          <ac:spMkLst>
            <pc:docMk/>
            <pc:sldMk cId="4106509158" sldId="257"/>
            <ac:spMk id="3" creationId="{4B3C0546-9E96-216E-7095-7CCA140E423E}"/>
          </ac:spMkLst>
        </pc:spChg>
        <pc:spChg chg="add mod">
          <ac:chgData name="Jiaqi Liang" userId="cb0d2e1e-ba45-42ca-bc7e-1efa8936f35a" providerId="ADAL" clId="{72322D61-1B5D-468A-9D60-792C919603CD}" dt="2026-07-03T14:56:31.441" v="29" actId="1076"/>
          <ac:spMkLst>
            <pc:docMk/>
            <pc:sldMk cId="4106509158" sldId="257"/>
            <ac:spMk id="4" creationId="{3997F94C-DAC3-E9C9-4B44-C45E917C7BE8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21" creationId="{F88780F8-E6A4-21AC-2CBE-923BE042C1E9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22" creationId="{C6CBFD51-859F-044D-B943-E70A9C6C060D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24" creationId="{414EBD30-D7C3-FDD0-D8FD-399329A517BA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26" creationId="{2E4B3022-F6AC-126A-951F-6CA4449555B2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27" creationId="{A6DDB337-460C-B324-D55A-61018F365332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30" creationId="{BE3B021F-E9F5-7A8E-92E1-F9187BF6E85B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32" creationId="{0B9BB1D8-BBF4-DEA9-8AC4-7D4C72B86B14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33" creationId="{3503EBF0-5722-3276-21EF-3AC002481AFD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41" creationId="{BBC7D7AB-A4DF-CD79-2E10-E0D2022C9DF8}"/>
          </ac:spMkLst>
        </pc:spChg>
        <pc:spChg chg="mod">
          <ac:chgData name="Jiaqi Liang" userId="cb0d2e1e-ba45-42ca-bc7e-1efa8936f35a" providerId="ADAL" clId="{72322D61-1B5D-468A-9D60-792C919603CD}" dt="2026-07-03T14:57:09.199" v="32" actId="165"/>
          <ac:spMkLst>
            <pc:docMk/>
            <pc:sldMk cId="4106509158" sldId="257"/>
            <ac:spMk id="45" creationId="{9B9FD000-88FF-43AA-A3A1-B55A0B407FE5}"/>
          </ac:spMkLst>
        </pc:spChg>
        <pc:grpChg chg="mod">
          <ac:chgData name="Jiaqi Liang" userId="cb0d2e1e-ba45-42ca-bc7e-1efa8936f35a" providerId="ADAL" clId="{72322D61-1B5D-468A-9D60-792C919603CD}" dt="2026-07-03T14:56:31.441" v="29" actId="1076"/>
          <ac:grpSpMkLst>
            <pc:docMk/>
            <pc:sldMk cId="4106509158" sldId="257"/>
            <ac:grpSpMk id="5" creationId="{F339E47C-6073-CE5C-9B4C-355DB76DD546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EE624-B9F0-41BB-BB4E-97902D9C20A7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BB31A-1568-4CD1-BE99-39BCCBA8C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2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B31A-1568-4CD1-BE99-39BCCBA8C3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0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8144-FD92-C072-CB71-FF507F2D2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09D2D-E323-7847-F5DB-71807297D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44057-29EE-EA85-B596-3274EFFE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A4C0-2C91-C874-3EA2-152503D1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D5B9D-A1BC-0520-67B3-FFAFC70F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76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CB9A-7162-F553-3682-0A36880C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EDF3D-F68F-4449-A721-E38DEED41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1C5B-DC79-AE57-A16C-AC5EAC62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9A22F-FD8B-D3A9-57A9-D0E462D3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F1EA7-F650-D682-0674-A4F7BB11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D4D9-3F0B-4F67-535E-CDFFE98CF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65B7A-E81D-2EEC-25AE-5B180A6CA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60236-7D72-B8FD-3449-A86A6C55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9E469-3316-4A5F-6402-5AB220DE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47B3F-953C-CA23-0F1F-8587CF3C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1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1E88-37EE-D91F-10BD-D92D9110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F5AE1-B116-BDDA-FABD-8F884566C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82A6C-DCC1-9840-5C8F-C6D2C5F6D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34593-7A3B-24F6-952C-AE6432BC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E967C-B37B-7A78-C79B-4938FD37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A1CF8-2492-E2D2-6054-4560B414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C6D3-E9C5-44FF-EF81-247B14DD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49F4D-AE29-BE5F-E412-F1FA4BD6D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2EB50-D88C-4913-BC59-F96344B60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57457-7F06-2E5A-DA53-43182D241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DCC180-98AA-F87D-FB7D-EA4AA915C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9B43E-29C4-81F9-1BD0-60B7650F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16DB36-AB48-3739-ECBB-2D370BE8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62291-EF89-6812-B733-6F0DD8C6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5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AAD5-EF1E-169C-E2B3-85073B78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D1B3D-D5ED-2128-398B-F44C882B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820B4-4D29-1997-B598-9B5DA8AB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B9ECC-485E-6405-BEB0-1A0C733F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7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8F693-4D14-1006-C690-661EC1BB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F6790-63DE-240F-72F6-37F47F5D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C3F64-0909-ACAE-903D-545F2499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5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7957-05C8-2DEE-FE1C-41846070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2596-28FB-6DD6-50AC-FB41573E4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328B7-468E-CF9F-A834-86A81B794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15DF1-28B5-B6DF-164F-633E8CF9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B9F4D-ADE5-E729-EFAE-B872A4CB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31B5F-E201-2FE1-A626-39B71A64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0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BFDF-FF5F-52AC-42C2-A3F1A1A3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3C757-5056-80A2-FB92-AE2ECD39E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52404-F699-AC37-0AE1-E37EDBD60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459E5-B4CC-1044-D725-2863891E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A838E-0996-F3E6-0C9C-9D748736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E3298-0073-6033-8B7E-66DA3BAC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0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D9D1-6F76-8964-3A7E-69A40A4E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F3129-DACC-F879-05CE-1AB6AF3CA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E3B67-F27E-4125-5CB8-24A4B0F3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0FA2C-AE4D-52DD-3428-EB18C70F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DD8F7-9FA2-4616-AC95-D101E140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03719-C69E-9B0E-3100-CBD36FF2F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DD632-0D7F-F134-5D54-FFD463E8C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A9178-EEAF-B95A-AE86-BA0893C0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794C-3A65-95C9-263F-24C63D03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9AEB-F2BF-EF9A-9FD7-18E9A89C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3092D-F0F1-F09C-A52D-54CE391F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EE052-F62B-0219-5F8E-97605DEA3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7A17E-5549-E2C0-3577-5EFBA9A79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77E52-7FB3-4160-B2FF-FC214D69552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F458B-AB87-47C8-1C9A-3E639AC5E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53D4B-0CA7-5B6B-61C7-2273483F3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5508B-1BCB-4118-9CC0-4083E9F88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9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2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27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FD1F2F5-8104-8B4E-9B1B-C599BD801C57}"/>
              </a:ext>
            </a:extLst>
          </p:cNvPr>
          <p:cNvGrpSpPr/>
          <p:nvPr/>
        </p:nvGrpSpPr>
        <p:grpSpPr>
          <a:xfrm>
            <a:off x="455264" y="872129"/>
            <a:ext cx="11281471" cy="4771664"/>
            <a:chOff x="455264" y="872129"/>
            <a:chExt cx="11281471" cy="4771664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59E37AB4-265F-B15F-0A00-C9D7681F4CE8}"/>
                </a:ext>
              </a:extLst>
            </p:cNvPr>
            <p:cNvGrpSpPr/>
            <p:nvPr/>
          </p:nvGrpSpPr>
          <p:grpSpPr>
            <a:xfrm>
              <a:off x="8130794" y="1551635"/>
              <a:ext cx="3396485" cy="3396485"/>
              <a:chOff x="534209" y="1353510"/>
              <a:chExt cx="3697990" cy="3697990"/>
            </a:xfrm>
          </p:grpSpPr>
          <p:sp>
            <p:nvSpPr>
              <p:cNvPr id="92" name="Partial Circle 91">
                <a:extLst>
                  <a:ext uri="{FF2B5EF4-FFF2-40B4-BE49-F238E27FC236}">
                    <a16:creationId xmlns:a16="http://schemas.microsoft.com/office/drawing/2014/main" id="{2CB9FD2E-8BE0-8848-0374-61559CD3F81F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1072634"/>
                  <a:gd name="adj2" fmla="val 5416835"/>
                </a:avLst>
              </a:prstGeom>
              <a:solidFill>
                <a:srgbClr val="B0DF9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Partial Circle 92">
                <a:extLst>
                  <a:ext uri="{FF2B5EF4-FFF2-40B4-BE49-F238E27FC236}">
                    <a16:creationId xmlns:a16="http://schemas.microsoft.com/office/drawing/2014/main" id="{BF02CF17-7FBA-3DD0-8762-857AD173A5CD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16181484"/>
                  <a:gd name="adj2" fmla="val 20528996"/>
                </a:avLst>
              </a:prstGeom>
              <a:solidFill>
                <a:srgbClr val="A79AD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Partial Circle 93">
                <a:extLst>
                  <a:ext uri="{FF2B5EF4-FFF2-40B4-BE49-F238E27FC236}">
                    <a16:creationId xmlns:a16="http://schemas.microsoft.com/office/drawing/2014/main" id="{BA00C14D-4D5E-0924-E514-76E82DB74EBE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7621240"/>
                  <a:gd name="adj2" fmla="val 14025894"/>
                </a:avLst>
              </a:prstGeom>
              <a:solidFill>
                <a:srgbClr val="DFCA9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F5D4"/>
                  </a:solidFill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D7DF060-EB71-35BC-4CA4-46D60F249153}"/>
                </a:ext>
              </a:extLst>
            </p:cNvPr>
            <p:cNvGrpSpPr/>
            <p:nvPr/>
          </p:nvGrpSpPr>
          <p:grpSpPr>
            <a:xfrm>
              <a:off x="4480555" y="1535274"/>
              <a:ext cx="3396485" cy="3396485"/>
              <a:chOff x="534209" y="1353510"/>
              <a:chExt cx="3697990" cy="3697990"/>
            </a:xfrm>
          </p:grpSpPr>
          <p:sp>
            <p:nvSpPr>
              <p:cNvPr id="88" name="Partial Circle 87">
                <a:extLst>
                  <a:ext uri="{FF2B5EF4-FFF2-40B4-BE49-F238E27FC236}">
                    <a16:creationId xmlns:a16="http://schemas.microsoft.com/office/drawing/2014/main" id="{75A18EFD-4C79-580F-9136-21A8D9B22F9D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1072634"/>
                  <a:gd name="adj2" fmla="val 5416835"/>
                </a:avLst>
              </a:prstGeom>
              <a:solidFill>
                <a:srgbClr val="B0DF9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Partial Circle 88">
                <a:extLst>
                  <a:ext uri="{FF2B5EF4-FFF2-40B4-BE49-F238E27FC236}">
                    <a16:creationId xmlns:a16="http://schemas.microsoft.com/office/drawing/2014/main" id="{2FA4E690-8CB7-AA91-89A1-84C71CC6546F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16181484"/>
                  <a:gd name="adj2" fmla="val 20528996"/>
                </a:avLst>
              </a:prstGeom>
              <a:solidFill>
                <a:srgbClr val="A79AD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Partial Circle 89">
                <a:extLst>
                  <a:ext uri="{FF2B5EF4-FFF2-40B4-BE49-F238E27FC236}">
                    <a16:creationId xmlns:a16="http://schemas.microsoft.com/office/drawing/2014/main" id="{74033708-BC66-B02E-5F57-86FD1ABF887C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7621240"/>
                  <a:gd name="adj2" fmla="val 14025894"/>
                </a:avLst>
              </a:prstGeom>
              <a:solidFill>
                <a:srgbClr val="DFCA9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F5D4"/>
                  </a:solidFill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10A1695-39D5-B818-686F-6553B9AABEDB}"/>
                </a:ext>
              </a:extLst>
            </p:cNvPr>
            <p:cNvGrpSpPr/>
            <p:nvPr/>
          </p:nvGrpSpPr>
          <p:grpSpPr>
            <a:xfrm>
              <a:off x="4191001" y="1221099"/>
              <a:ext cx="3824662" cy="3856073"/>
              <a:chOff x="348509" y="1222899"/>
              <a:chExt cx="3861590" cy="38327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14">
                    <a:extLst>
                      <a:ext uri="{FF2B5EF4-FFF2-40B4-BE49-F238E27FC236}">
                        <a16:creationId xmlns:a16="http://schemas.microsoft.com/office/drawing/2014/main" id="{D3B479AB-5BB2-8F3A-89CF-838CD062E4B7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344" y="1999613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𝛽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60" name="文本框 14">
                    <a:extLst>
                      <a:ext uri="{FF2B5EF4-FFF2-40B4-BE49-F238E27FC236}">
                        <a16:creationId xmlns:a16="http://schemas.microsoft.com/office/drawing/2014/main" id="{D3B479AB-5BB2-8F3A-89CF-838CD062E4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344" y="1999613"/>
                    <a:ext cx="306382" cy="25654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4000" r="-4000" b="-809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21">
                    <a:extLst>
                      <a:ext uri="{FF2B5EF4-FFF2-40B4-BE49-F238E27FC236}">
                        <a16:creationId xmlns:a16="http://schemas.microsoft.com/office/drawing/2014/main" id="{593C6C12-11FA-AB2E-364F-A6743F6FDE84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715" y="4092589"/>
                    <a:ext cx="641384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𝜅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61" name="文本框 21">
                    <a:extLst>
                      <a:ext uri="{FF2B5EF4-FFF2-40B4-BE49-F238E27FC236}">
                        <a16:creationId xmlns:a16="http://schemas.microsoft.com/office/drawing/2014/main" id="{593C6C12-11FA-AB2E-364F-A6743F6FDE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8715" y="4092589"/>
                    <a:ext cx="641384" cy="25654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7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22">
                    <a:extLst>
                      <a:ext uri="{FF2B5EF4-FFF2-40B4-BE49-F238E27FC236}">
                        <a16:creationId xmlns:a16="http://schemas.microsoft.com/office/drawing/2014/main" id="{44836E1E-C9B7-CA32-8570-7215B3E2D5DA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25" y="4799106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𝛿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22">
                    <a:extLst>
                      <a:ext uri="{FF2B5EF4-FFF2-40B4-BE49-F238E27FC236}">
                        <a16:creationId xmlns:a16="http://schemas.microsoft.com/office/drawing/2014/main" id="{44836E1E-C9B7-CA32-8570-7215B3E2D5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25" y="4799106"/>
                    <a:ext cx="306382" cy="25654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000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">
                    <a:extLst>
                      <a:ext uri="{FF2B5EF4-FFF2-40B4-BE49-F238E27FC236}">
                        <a16:creationId xmlns:a16="http://schemas.microsoft.com/office/drawing/2014/main" id="{F1E7F515-E1D9-918B-191B-51154A4CFD4E}"/>
                      </a:ext>
                    </a:extLst>
                  </p:cNvPr>
                  <p:cNvSpPr txBox="1"/>
                  <p:nvPr/>
                </p:nvSpPr>
                <p:spPr>
                  <a:xfrm>
                    <a:off x="654891" y="4220861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𝐴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63" name="文本框 6">
                    <a:extLst>
                      <a:ext uri="{FF2B5EF4-FFF2-40B4-BE49-F238E27FC236}">
                        <a16:creationId xmlns:a16="http://schemas.microsoft.com/office/drawing/2014/main" id="{F1E7F515-E1D9-918B-191B-51154A4CFD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891" y="4220861"/>
                    <a:ext cx="306382" cy="25654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4000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7">
                    <a:extLst>
                      <a:ext uri="{FF2B5EF4-FFF2-40B4-BE49-F238E27FC236}">
                        <a16:creationId xmlns:a16="http://schemas.microsoft.com/office/drawing/2014/main" id="{FDE809F0-E873-DDB7-79C3-C10ADEA7BE81}"/>
                      </a:ext>
                    </a:extLst>
                  </p:cNvPr>
                  <p:cNvSpPr txBox="1"/>
                  <p:nvPr/>
                </p:nvSpPr>
                <p:spPr>
                  <a:xfrm>
                    <a:off x="348509" y="3074847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𝐵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64" name="文本框 7">
                    <a:extLst>
                      <a:ext uri="{FF2B5EF4-FFF2-40B4-BE49-F238E27FC236}">
                        <a16:creationId xmlns:a16="http://schemas.microsoft.com/office/drawing/2014/main" id="{FDE809F0-E873-DDB7-79C3-C10ADEA7BE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509" y="3074847"/>
                    <a:ext cx="306382" cy="25654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367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本框 8">
                    <a:extLst>
                      <a:ext uri="{FF2B5EF4-FFF2-40B4-BE49-F238E27FC236}">
                        <a16:creationId xmlns:a16="http://schemas.microsoft.com/office/drawing/2014/main" id="{E851A238-0440-E7BA-D3A2-0F984FC6561D}"/>
                      </a:ext>
                    </a:extLst>
                  </p:cNvPr>
                  <p:cNvSpPr txBox="1"/>
                  <p:nvPr/>
                </p:nvSpPr>
                <p:spPr>
                  <a:xfrm>
                    <a:off x="654891" y="1928834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𝐶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65" name="文本框 8">
                    <a:extLst>
                      <a:ext uri="{FF2B5EF4-FFF2-40B4-BE49-F238E27FC236}">
                        <a16:creationId xmlns:a16="http://schemas.microsoft.com/office/drawing/2014/main" id="{E851A238-0440-E7BA-D3A2-0F984FC656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891" y="1928834"/>
                    <a:ext cx="306382" cy="2565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4000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21">
                    <a:extLst>
                      <a:ext uri="{FF2B5EF4-FFF2-40B4-BE49-F238E27FC236}">
                        <a16:creationId xmlns:a16="http://schemas.microsoft.com/office/drawing/2014/main" id="{32E10AAA-5DE1-258C-BE07-0295BC5AD8EF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624" y="1222899"/>
                    <a:ext cx="641384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𝛼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66" name="文本框 21">
                    <a:extLst>
                      <a:ext uri="{FF2B5EF4-FFF2-40B4-BE49-F238E27FC236}">
                        <a16:creationId xmlns:a16="http://schemas.microsoft.com/office/drawing/2014/main" id="{32E10AAA-5DE1-258C-BE07-0295BC5AD8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15624" y="1222899"/>
                    <a:ext cx="641384" cy="25654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97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9590D68-B88D-CE34-C183-1E4FF0B49A02}"/>
                </a:ext>
              </a:extLst>
            </p:cNvPr>
            <p:cNvGrpSpPr/>
            <p:nvPr/>
          </p:nvGrpSpPr>
          <p:grpSpPr>
            <a:xfrm>
              <a:off x="729714" y="1503081"/>
              <a:ext cx="3396485" cy="3396485"/>
              <a:chOff x="534209" y="1353510"/>
              <a:chExt cx="3697990" cy="3697990"/>
            </a:xfrm>
          </p:grpSpPr>
          <p:sp>
            <p:nvSpPr>
              <p:cNvPr id="55" name="Partial Circle 54">
                <a:extLst>
                  <a:ext uri="{FF2B5EF4-FFF2-40B4-BE49-F238E27FC236}">
                    <a16:creationId xmlns:a16="http://schemas.microsoft.com/office/drawing/2014/main" id="{855240E7-6DC1-8BC9-0C6E-0B40903E6A87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1072634"/>
                  <a:gd name="adj2" fmla="val 5416835"/>
                </a:avLst>
              </a:prstGeom>
              <a:solidFill>
                <a:srgbClr val="B0DF9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Partial Circle 52">
                <a:extLst>
                  <a:ext uri="{FF2B5EF4-FFF2-40B4-BE49-F238E27FC236}">
                    <a16:creationId xmlns:a16="http://schemas.microsoft.com/office/drawing/2014/main" id="{A5E5543F-C3BB-E97E-3C8F-DE3BE6D77335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16181484"/>
                  <a:gd name="adj2" fmla="val 20528996"/>
                </a:avLst>
              </a:prstGeom>
              <a:solidFill>
                <a:srgbClr val="A79AD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Partial Circle 50">
                <a:extLst>
                  <a:ext uri="{FF2B5EF4-FFF2-40B4-BE49-F238E27FC236}">
                    <a16:creationId xmlns:a16="http://schemas.microsoft.com/office/drawing/2014/main" id="{9ACDBCBA-FC4C-71D9-FA5A-86B20885978E}"/>
                  </a:ext>
                </a:extLst>
              </p:cNvPr>
              <p:cNvSpPr/>
              <p:nvPr/>
            </p:nvSpPr>
            <p:spPr>
              <a:xfrm>
                <a:off x="534209" y="1353510"/>
                <a:ext cx="3697990" cy="3697990"/>
              </a:xfrm>
              <a:prstGeom prst="pie">
                <a:avLst>
                  <a:gd name="adj1" fmla="val 7621240"/>
                  <a:gd name="adj2" fmla="val 14025894"/>
                </a:avLst>
              </a:prstGeom>
              <a:solidFill>
                <a:srgbClr val="DFCA9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F5D4"/>
                  </a:solidFill>
                </a:endParaRP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098D0CD-85EB-D4CF-EC9D-FEEEA9FE7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/>
          </p:blipFill>
          <p:spPr>
            <a:xfrm>
              <a:off x="840600" y="1618212"/>
              <a:ext cx="3166224" cy="3166223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868EB86-203B-8D62-F9D8-E7E3F2CFF3E9}"/>
                </a:ext>
              </a:extLst>
            </p:cNvPr>
            <p:cNvGrpSpPr/>
            <p:nvPr/>
          </p:nvGrpSpPr>
          <p:grpSpPr>
            <a:xfrm>
              <a:off x="455264" y="1185069"/>
              <a:ext cx="3824662" cy="3852052"/>
              <a:chOff x="348509" y="1226896"/>
              <a:chExt cx="3861590" cy="38287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13B50F15-B561-6016-9F03-3F8A8E31724A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344" y="1999613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𝛽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13B50F15-B561-6016-9F03-3F8A8E3172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344" y="1999613"/>
                    <a:ext cx="306382" cy="25654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4000" r="-4000" b="-8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21">
                    <a:extLst>
                      <a:ext uri="{FF2B5EF4-FFF2-40B4-BE49-F238E27FC236}">
                        <a16:creationId xmlns:a16="http://schemas.microsoft.com/office/drawing/2014/main" id="{5C6AA150-0D54-63C1-869A-0B7E015DC90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715" y="4092589"/>
                    <a:ext cx="641384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𝜅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6" name="文本框 21">
                    <a:extLst>
                      <a:ext uri="{FF2B5EF4-FFF2-40B4-BE49-F238E27FC236}">
                        <a16:creationId xmlns:a16="http://schemas.microsoft.com/office/drawing/2014/main" id="{5C6AA150-0D54-63C1-869A-0B7E015DC9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8715" y="4092589"/>
                    <a:ext cx="641384" cy="25654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97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22">
                    <a:extLst>
                      <a:ext uri="{FF2B5EF4-FFF2-40B4-BE49-F238E27FC236}">
                        <a16:creationId xmlns:a16="http://schemas.microsoft.com/office/drawing/2014/main" id="{E8C11909-B065-A67C-21FC-1E677E5A3ED7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25" y="4799106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𝛿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7" name="文本框 22">
                    <a:extLst>
                      <a:ext uri="{FF2B5EF4-FFF2-40B4-BE49-F238E27FC236}">
                        <a16:creationId xmlns:a16="http://schemas.microsoft.com/office/drawing/2014/main" id="{E8C11909-B065-A67C-21FC-1E677E5A3E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25" y="4799106"/>
                    <a:ext cx="306382" cy="25654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2000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6">
                    <a:extLst>
                      <a:ext uri="{FF2B5EF4-FFF2-40B4-BE49-F238E27FC236}">
                        <a16:creationId xmlns:a16="http://schemas.microsoft.com/office/drawing/2014/main" id="{3178490A-22AC-C9C5-E8E5-DFC0001AB42A}"/>
                      </a:ext>
                    </a:extLst>
                  </p:cNvPr>
                  <p:cNvSpPr txBox="1"/>
                  <p:nvPr/>
                </p:nvSpPr>
                <p:spPr>
                  <a:xfrm>
                    <a:off x="654891" y="4220861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𝐴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8" name="文本框 6">
                    <a:extLst>
                      <a:ext uri="{FF2B5EF4-FFF2-40B4-BE49-F238E27FC236}">
                        <a16:creationId xmlns:a16="http://schemas.microsoft.com/office/drawing/2014/main" id="{3178490A-22AC-C9C5-E8E5-DFC0001AB4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891" y="4220861"/>
                    <a:ext cx="306382" cy="25654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4000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7">
                    <a:extLst>
                      <a:ext uri="{FF2B5EF4-FFF2-40B4-BE49-F238E27FC236}">
                        <a16:creationId xmlns:a16="http://schemas.microsoft.com/office/drawing/2014/main" id="{64CD75D9-E074-9AEF-03F6-B18935F93F09}"/>
                      </a:ext>
                    </a:extLst>
                  </p:cNvPr>
                  <p:cNvSpPr txBox="1"/>
                  <p:nvPr/>
                </p:nvSpPr>
                <p:spPr>
                  <a:xfrm>
                    <a:off x="348509" y="3074847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𝐵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9" name="文本框 7">
                    <a:extLst>
                      <a:ext uri="{FF2B5EF4-FFF2-40B4-BE49-F238E27FC236}">
                        <a16:creationId xmlns:a16="http://schemas.microsoft.com/office/drawing/2014/main" id="{64CD75D9-E074-9AEF-03F6-B18935F93F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509" y="3074847"/>
                    <a:ext cx="306382" cy="2565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8367" b="-46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8">
                    <a:extLst>
                      <a:ext uri="{FF2B5EF4-FFF2-40B4-BE49-F238E27FC236}">
                        <a16:creationId xmlns:a16="http://schemas.microsoft.com/office/drawing/2014/main" id="{619933DC-3700-704A-BF97-45CF3D5D5199}"/>
                      </a:ext>
                    </a:extLst>
                  </p:cNvPr>
                  <p:cNvSpPr txBox="1"/>
                  <p:nvPr/>
                </p:nvSpPr>
                <p:spPr>
                  <a:xfrm>
                    <a:off x="654891" y="1928834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𝐶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20" name="文本框 8">
                    <a:extLst>
                      <a:ext uri="{FF2B5EF4-FFF2-40B4-BE49-F238E27FC236}">
                        <a16:creationId xmlns:a16="http://schemas.microsoft.com/office/drawing/2014/main" id="{619933DC-3700-704A-BF97-45CF3D5D51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891" y="1928834"/>
                    <a:ext cx="306382" cy="25654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4000" b="-46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1">
                    <a:extLst>
                      <a:ext uri="{FF2B5EF4-FFF2-40B4-BE49-F238E27FC236}">
                        <a16:creationId xmlns:a16="http://schemas.microsoft.com/office/drawing/2014/main" id="{B99880DA-E698-AB88-8EF9-708F7B29405E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623" y="1226896"/>
                    <a:ext cx="641384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𝛼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28" name="文本框 21">
                    <a:extLst>
                      <a:ext uri="{FF2B5EF4-FFF2-40B4-BE49-F238E27FC236}">
                        <a16:creationId xmlns:a16="http://schemas.microsoft.com/office/drawing/2014/main" id="{B99880DA-E698-AB88-8EF9-708F7B2940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15623" y="1226896"/>
                    <a:ext cx="641384" cy="25654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97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BC6C54E-8F1A-0FF1-8FA3-7A8A34E39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/>
          </p:blipFill>
          <p:spPr>
            <a:xfrm>
              <a:off x="4580164" y="1658263"/>
              <a:ext cx="3166224" cy="316622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D2E9521-026E-B4D0-F6E5-F7C1BD680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/>
          </p:blipFill>
          <p:spPr>
            <a:xfrm>
              <a:off x="8245925" y="1650406"/>
              <a:ext cx="3166224" cy="3166223"/>
            </a:xfrm>
            <a:prstGeom prst="rect">
              <a:avLst/>
            </a:prstGeom>
          </p:spPr>
        </p:pic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7B6E522-53A4-3D54-42D5-3C203E35FA86}"/>
                </a:ext>
              </a:extLst>
            </p:cNvPr>
            <p:cNvGrpSpPr/>
            <p:nvPr/>
          </p:nvGrpSpPr>
          <p:grpSpPr>
            <a:xfrm>
              <a:off x="7912073" y="1277474"/>
              <a:ext cx="3824662" cy="3856073"/>
              <a:chOff x="348509" y="1222899"/>
              <a:chExt cx="3861590" cy="38327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本框 14">
                    <a:extLst>
                      <a:ext uri="{FF2B5EF4-FFF2-40B4-BE49-F238E27FC236}">
                        <a16:creationId xmlns:a16="http://schemas.microsoft.com/office/drawing/2014/main" id="{F73F1A17-AD2F-1DCE-E25C-4EB24FD1D4A2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344" y="1999613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𝛽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77" name="文本框 14">
                    <a:extLst>
                      <a:ext uri="{FF2B5EF4-FFF2-40B4-BE49-F238E27FC236}">
                        <a16:creationId xmlns:a16="http://schemas.microsoft.com/office/drawing/2014/main" id="{F73F1A17-AD2F-1DCE-E25C-4EB24FD1D4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344" y="1999613"/>
                    <a:ext cx="306382" cy="2565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24000" r="-4000" b="-8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21">
                    <a:extLst>
                      <a:ext uri="{FF2B5EF4-FFF2-40B4-BE49-F238E27FC236}">
                        <a16:creationId xmlns:a16="http://schemas.microsoft.com/office/drawing/2014/main" id="{701F031E-ED69-807F-E6F2-2B901569A8C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715" y="4092589"/>
                    <a:ext cx="641384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𝜅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78" name="文本框 21">
                    <a:extLst>
                      <a:ext uri="{FF2B5EF4-FFF2-40B4-BE49-F238E27FC236}">
                        <a16:creationId xmlns:a16="http://schemas.microsoft.com/office/drawing/2014/main" id="{701F031E-ED69-807F-E6F2-2B901569A8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8715" y="4092589"/>
                    <a:ext cx="641384" cy="256543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697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本框 22">
                    <a:extLst>
                      <a:ext uri="{FF2B5EF4-FFF2-40B4-BE49-F238E27FC236}">
                        <a16:creationId xmlns:a16="http://schemas.microsoft.com/office/drawing/2014/main" id="{86861250-2BE4-98C5-5FAD-0F9AE5F749A0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125" y="4799106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𝛿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79" name="文本框 22">
                    <a:extLst>
                      <a:ext uri="{FF2B5EF4-FFF2-40B4-BE49-F238E27FC236}">
                        <a16:creationId xmlns:a16="http://schemas.microsoft.com/office/drawing/2014/main" id="{86861250-2BE4-98C5-5FAD-0F9AE5F749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125" y="4799106"/>
                    <a:ext cx="306382" cy="256543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4286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6">
                    <a:extLst>
                      <a:ext uri="{FF2B5EF4-FFF2-40B4-BE49-F238E27FC236}">
                        <a16:creationId xmlns:a16="http://schemas.microsoft.com/office/drawing/2014/main" id="{E4331C8C-92C4-E03C-41E1-F9635E4E119A}"/>
                      </a:ext>
                    </a:extLst>
                  </p:cNvPr>
                  <p:cNvSpPr txBox="1"/>
                  <p:nvPr/>
                </p:nvSpPr>
                <p:spPr>
                  <a:xfrm>
                    <a:off x="654891" y="4220861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𝐴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80" name="文本框 6">
                    <a:extLst>
                      <a:ext uri="{FF2B5EF4-FFF2-40B4-BE49-F238E27FC236}">
                        <a16:creationId xmlns:a16="http://schemas.microsoft.com/office/drawing/2014/main" id="{E4331C8C-92C4-E03C-41E1-F9635E4E11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891" y="4220861"/>
                    <a:ext cx="306382" cy="256543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6327" b="-46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7">
                    <a:extLst>
                      <a:ext uri="{FF2B5EF4-FFF2-40B4-BE49-F238E27FC236}">
                        <a16:creationId xmlns:a16="http://schemas.microsoft.com/office/drawing/2014/main" id="{9403A863-61EF-61F0-F0FA-9FF76CAB6930}"/>
                      </a:ext>
                    </a:extLst>
                  </p:cNvPr>
                  <p:cNvSpPr txBox="1"/>
                  <p:nvPr/>
                </p:nvSpPr>
                <p:spPr>
                  <a:xfrm>
                    <a:off x="348509" y="3074847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𝐵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81" name="文本框 7">
                    <a:extLst>
                      <a:ext uri="{FF2B5EF4-FFF2-40B4-BE49-F238E27FC236}">
                        <a16:creationId xmlns:a16="http://schemas.microsoft.com/office/drawing/2014/main" id="{9403A863-61EF-61F0-F0FA-9FF76CAB69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509" y="3074847"/>
                    <a:ext cx="306382" cy="25654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6000" b="-465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本框 8">
                    <a:extLst>
                      <a:ext uri="{FF2B5EF4-FFF2-40B4-BE49-F238E27FC236}">
                        <a16:creationId xmlns:a16="http://schemas.microsoft.com/office/drawing/2014/main" id="{3548354D-B54E-7E36-C9B5-9366AB9E5598}"/>
                      </a:ext>
                    </a:extLst>
                  </p:cNvPr>
                  <p:cNvSpPr txBox="1"/>
                  <p:nvPr/>
                </p:nvSpPr>
                <p:spPr>
                  <a:xfrm>
                    <a:off x="654891" y="1928834"/>
                    <a:ext cx="306382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𝐶</m:t>
                          </m:r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82" name="文本框 8">
                    <a:extLst>
                      <a:ext uri="{FF2B5EF4-FFF2-40B4-BE49-F238E27FC236}">
                        <a16:creationId xmlns:a16="http://schemas.microsoft.com/office/drawing/2014/main" id="{3548354D-B54E-7E36-C9B5-9366AB9E5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891" y="1928834"/>
                    <a:ext cx="306382" cy="25654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6327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21">
                    <a:extLst>
                      <a:ext uri="{FF2B5EF4-FFF2-40B4-BE49-F238E27FC236}">
                        <a16:creationId xmlns:a16="http://schemas.microsoft.com/office/drawing/2014/main" id="{208C00D5-A2CB-2D85-BC8E-7B6FF1E1290B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624" y="1222899"/>
                    <a:ext cx="641384" cy="256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𝛼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000" i="1" dirty="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83" name="文本框 21">
                    <a:extLst>
                      <a:ext uri="{FF2B5EF4-FFF2-40B4-BE49-F238E27FC236}">
                        <a16:creationId xmlns:a16="http://schemas.microsoft.com/office/drawing/2014/main" id="{208C00D5-A2CB-2D85-BC8E-7B6FF1E129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15624" y="1222899"/>
                    <a:ext cx="641384" cy="25654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7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6" name="文本框 24">
              <a:extLst>
                <a:ext uri="{FF2B5EF4-FFF2-40B4-BE49-F238E27FC236}">
                  <a16:creationId xmlns:a16="http://schemas.microsoft.com/office/drawing/2014/main" id="{1500D363-0699-3610-1ECF-5F93C6F4821F}"/>
                </a:ext>
              </a:extLst>
            </p:cNvPr>
            <p:cNvSpPr txBox="1"/>
            <p:nvPr/>
          </p:nvSpPr>
          <p:spPr>
            <a:xfrm>
              <a:off x="1524000" y="872129"/>
              <a:ext cx="15933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E857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Africa</a:t>
              </a:r>
            </a:p>
          </p:txBody>
        </p:sp>
        <p:sp>
          <p:nvSpPr>
            <p:cNvPr id="98" name="文本框 25">
              <a:extLst>
                <a:ext uri="{FF2B5EF4-FFF2-40B4-BE49-F238E27FC236}">
                  <a16:creationId xmlns:a16="http://schemas.microsoft.com/office/drawing/2014/main" id="{0BD34472-A3DD-4EF5-CC8B-4B7598100387}"/>
                </a:ext>
              </a:extLst>
            </p:cNvPr>
            <p:cNvSpPr txBox="1"/>
            <p:nvPr/>
          </p:nvSpPr>
          <p:spPr>
            <a:xfrm>
              <a:off x="4191002" y="872129"/>
              <a:ext cx="36860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39F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South &amp; Southeast Asia</a:t>
              </a:r>
            </a:p>
          </p:txBody>
        </p:sp>
        <p:sp>
          <p:nvSpPr>
            <p:cNvPr id="100" name="文本框 51">
              <a:extLst>
                <a:ext uri="{FF2B5EF4-FFF2-40B4-BE49-F238E27FC236}">
                  <a16:creationId xmlns:a16="http://schemas.microsoft.com/office/drawing/2014/main" id="{5943C09D-93FC-F27C-3A12-D1DF69E3889F}"/>
                </a:ext>
              </a:extLst>
            </p:cNvPr>
            <p:cNvSpPr txBox="1"/>
            <p:nvPr/>
          </p:nvSpPr>
          <p:spPr>
            <a:xfrm>
              <a:off x="8015663" y="872129"/>
              <a:ext cx="3511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7A2D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Latin America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6B0E770-E173-6C5C-2329-48948633E9CD}"/>
                </a:ext>
              </a:extLst>
            </p:cNvPr>
            <p:cNvGrpSpPr/>
            <p:nvPr/>
          </p:nvGrpSpPr>
          <p:grpSpPr>
            <a:xfrm>
              <a:off x="3941013" y="5274462"/>
              <a:ext cx="4418435" cy="369331"/>
              <a:chOff x="4406941" y="5272200"/>
              <a:chExt cx="3035935" cy="253770"/>
            </a:xfrm>
          </p:grpSpPr>
          <p:sp>
            <p:nvSpPr>
              <p:cNvPr id="101" name="文本框 27">
                <a:extLst>
                  <a:ext uri="{FF2B5EF4-FFF2-40B4-BE49-F238E27FC236}">
                    <a16:creationId xmlns:a16="http://schemas.microsoft.com/office/drawing/2014/main" id="{7F0AD3B7-F00C-5793-5543-DADBF1449968}"/>
                  </a:ext>
                </a:extLst>
              </p:cNvPr>
              <p:cNvSpPr txBox="1"/>
              <p:nvPr/>
            </p:nvSpPr>
            <p:spPr>
              <a:xfrm>
                <a:off x="5098456" y="5272200"/>
                <a:ext cx="563880" cy="2537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2016</a:t>
                </a:r>
              </a:p>
            </p:txBody>
          </p:sp>
          <p:grpSp>
            <p:nvGrpSpPr>
              <p:cNvPr id="102" name="组合 30">
                <a:extLst>
                  <a:ext uri="{FF2B5EF4-FFF2-40B4-BE49-F238E27FC236}">
                    <a16:creationId xmlns:a16="http://schemas.microsoft.com/office/drawing/2014/main" id="{7AD42221-86CD-A0B0-FB53-2560A90DAFF2}"/>
                  </a:ext>
                </a:extLst>
              </p:cNvPr>
              <p:cNvGrpSpPr/>
              <p:nvPr/>
            </p:nvGrpSpPr>
            <p:grpSpPr>
              <a:xfrm>
                <a:off x="4406941" y="5337605"/>
                <a:ext cx="672465" cy="134620"/>
                <a:chOff x="6153" y="11442"/>
                <a:chExt cx="1740" cy="348"/>
              </a:xfrm>
            </p:grpSpPr>
            <p:sp>
              <p:nvSpPr>
                <p:cNvPr id="103" name="圆角矩形 3">
                  <a:extLst>
                    <a:ext uri="{FF2B5EF4-FFF2-40B4-BE49-F238E27FC236}">
                      <a16:creationId xmlns:a16="http://schemas.microsoft.com/office/drawing/2014/main" id="{4A4FF83E-75A4-A56C-BFCC-75E764921586}"/>
                    </a:ext>
                  </a:extLst>
                </p:cNvPr>
                <p:cNvSpPr/>
                <p:nvPr/>
              </p:nvSpPr>
              <p:spPr>
                <a:xfrm>
                  <a:off x="6153" y="11442"/>
                  <a:ext cx="536" cy="348"/>
                </a:xfrm>
                <a:prstGeom prst="roundRect">
                  <a:avLst/>
                </a:prstGeom>
                <a:solidFill>
                  <a:srgbClr val="E85748">
                    <a:alpha val="70000"/>
                  </a:srgbClr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圆角矩形 28">
                  <a:extLst>
                    <a:ext uri="{FF2B5EF4-FFF2-40B4-BE49-F238E27FC236}">
                      <a16:creationId xmlns:a16="http://schemas.microsoft.com/office/drawing/2014/main" id="{69F7D83F-19C9-CD47-3CF5-2F510133D3EE}"/>
                    </a:ext>
                  </a:extLst>
                </p:cNvPr>
                <p:cNvSpPr/>
                <p:nvPr/>
              </p:nvSpPr>
              <p:spPr>
                <a:xfrm>
                  <a:off x="6761" y="11442"/>
                  <a:ext cx="530" cy="338"/>
                </a:xfrm>
                <a:prstGeom prst="roundRect">
                  <a:avLst/>
                </a:prstGeom>
                <a:solidFill>
                  <a:srgbClr val="F39F1B">
                    <a:alpha val="70000"/>
                  </a:srgbClr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圆角矩形 29">
                  <a:extLst>
                    <a:ext uri="{FF2B5EF4-FFF2-40B4-BE49-F238E27FC236}">
                      <a16:creationId xmlns:a16="http://schemas.microsoft.com/office/drawing/2014/main" id="{AA4EA31B-A971-A8B5-F151-212EA57DA67A}"/>
                    </a:ext>
                  </a:extLst>
                </p:cNvPr>
                <p:cNvSpPr/>
                <p:nvPr/>
              </p:nvSpPr>
              <p:spPr>
                <a:xfrm>
                  <a:off x="7363" y="11442"/>
                  <a:ext cx="530" cy="338"/>
                </a:xfrm>
                <a:prstGeom prst="roundRect">
                  <a:avLst/>
                </a:prstGeom>
                <a:solidFill>
                  <a:srgbClr val="47A2DE">
                    <a:alpha val="70000"/>
                  </a:srgbClr>
                </a:solidFill>
                <a:ln w="19050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6" name="组合 39">
                <a:extLst>
                  <a:ext uri="{FF2B5EF4-FFF2-40B4-BE49-F238E27FC236}">
                    <a16:creationId xmlns:a16="http://schemas.microsoft.com/office/drawing/2014/main" id="{635CCDC6-E9D8-0519-6846-91CED60D0123}"/>
                  </a:ext>
                </a:extLst>
              </p:cNvPr>
              <p:cNvGrpSpPr/>
              <p:nvPr/>
            </p:nvGrpSpPr>
            <p:grpSpPr>
              <a:xfrm>
                <a:off x="6146841" y="5337605"/>
                <a:ext cx="693420" cy="134620"/>
                <a:chOff x="5151" y="11234"/>
                <a:chExt cx="1795" cy="348"/>
              </a:xfrm>
            </p:grpSpPr>
            <p:sp>
              <p:nvSpPr>
                <p:cNvPr id="107" name="圆角矩形 40">
                  <a:extLst>
                    <a:ext uri="{FF2B5EF4-FFF2-40B4-BE49-F238E27FC236}">
                      <a16:creationId xmlns:a16="http://schemas.microsoft.com/office/drawing/2014/main" id="{5F0D9889-72AF-EFC9-0726-78CBA1850A6A}"/>
                    </a:ext>
                  </a:extLst>
                </p:cNvPr>
                <p:cNvSpPr/>
                <p:nvPr/>
              </p:nvSpPr>
              <p:spPr>
                <a:xfrm>
                  <a:off x="5151" y="11234"/>
                  <a:ext cx="536" cy="348"/>
                </a:xfrm>
                <a:prstGeom prst="roundRect">
                  <a:avLst/>
                </a:prstGeom>
                <a:noFill/>
                <a:ln w="19050">
                  <a:solidFill>
                    <a:srgbClr val="E85748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47A2D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圆角矩形 41">
                  <a:extLst>
                    <a:ext uri="{FF2B5EF4-FFF2-40B4-BE49-F238E27FC236}">
                      <a16:creationId xmlns:a16="http://schemas.microsoft.com/office/drawing/2014/main" id="{1898A275-0A77-200F-261C-18AA6A1D4C76}"/>
                    </a:ext>
                  </a:extLst>
                </p:cNvPr>
                <p:cNvSpPr/>
                <p:nvPr/>
              </p:nvSpPr>
              <p:spPr>
                <a:xfrm>
                  <a:off x="5787" y="11234"/>
                  <a:ext cx="530" cy="338"/>
                </a:xfrm>
                <a:prstGeom prst="roundRect">
                  <a:avLst/>
                </a:prstGeom>
                <a:noFill/>
                <a:ln w="19050">
                  <a:solidFill>
                    <a:srgbClr val="F39F1B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圆角矩形 42">
                  <a:extLst>
                    <a:ext uri="{FF2B5EF4-FFF2-40B4-BE49-F238E27FC236}">
                      <a16:creationId xmlns:a16="http://schemas.microsoft.com/office/drawing/2014/main" id="{8E5B302B-2BF8-3576-FBD7-44F7C51D14C0}"/>
                    </a:ext>
                  </a:extLst>
                </p:cNvPr>
                <p:cNvSpPr/>
                <p:nvPr/>
              </p:nvSpPr>
              <p:spPr>
                <a:xfrm>
                  <a:off x="6416" y="11234"/>
                  <a:ext cx="530" cy="338"/>
                </a:xfrm>
                <a:prstGeom prst="roundRect">
                  <a:avLst/>
                </a:prstGeom>
                <a:noFill/>
                <a:ln w="19050">
                  <a:solidFill>
                    <a:srgbClr val="47A2DE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0" name="文本框 45">
                <a:extLst>
                  <a:ext uri="{FF2B5EF4-FFF2-40B4-BE49-F238E27FC236}">
                    <a16:creationId xmlns:a16="http://schemas.microsoft.com/office/drawing/2014/main" id="{6B233D1E-AB2F-C91E-D789-8D1C7D4A5D75}"/>
                  </a:ext>
                </a:extLst>
              </p:cNvPr>
              <p:cNvSpPr txBox="1"/>
              <p:nvPr/>
            </p:nvSpPr>
            <p:spPr>
              <a:xfrm>
                <a:off x="6878996" y="5272200"/>
                <a:ext cx="563880" cy="2537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2023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0975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65">
            <a:extLst>
              <a:ext uri="{FF2B5EF4-FFF2-40B4-BE49-F238E27FC236}">
                <a16:creationId xmlns:a16="http://schemas.microsoft.com/office/drawing/2014/main" id="{3997F94C-DAC3-E9C9-4B44-C45E917C7BE8}"/>
              </a:ext>
            </a:extLst>
          </p:cNvPr>
          <p:cNvSpPr/>
          <p:nvPr/>
        </p:nvSpPr>
        <p:spPr>
          <a:xfrm>
            <a:off x="1892817" y="2644443"/>
            <a:ext cx="8168640" cy="3012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pic>
        <p:nvPicPr>
          <p:cNvPr id="6" name="图片 55">
            <a:extLst>
              <a:ext uri="{FF2B5EF4-FFF2-40B4-BE49-F238E27FC236}">
                <a16:creationId xmlns:a16="http://schemas.microsoft.com/office/drawing/2014/main" id="{FCCF954A-9000-E382-4706-EC44DB111F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23191" y="3040175"/>
            <a:ext cx="2053590" cy="2058035"/>
          </a:xfrm>
          <a:prstGeom prst="rect">
            <a:avLst/>
          </a:prstGeom>
        </p:spPr>
      </p:pic>
      <p:pic>
        <p:nvPicPr>
          <p:cNvPr id="7" name="图片 53">
            <a:extLst>
              <a:ext uri="{FF2B5EF4-FFF2-40B4-BE49-F238E27FC236}">
                <a16:creationId xmlns:a16="http://schemas.microsoft.com/office/drawing/2014/main" id="{E5C9E342-12E1-B7CF-694C-37D8C7AC5E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61906" y="3040175"/>
            <a:ext cx="2053590" cy="2058035"/>
          </a:xfrm>
          <a:prstGeom prst="rect">
            <a:avLst/>
          </a:prstGeom>
        </p:spPr>
      </p:pic>
      <p:pic>
        <p:nvPicPr>
          <p:cNvPr id="8" name="图片 50">
            <a:extLst>
              <a:ext uri="{FF2B5EF4-FFF2-40B4-BE49-F238E27FC236}">
                <a16:creationId xmlns:a16="http://schemas.microsoft.com/office/drawing/2014/main" id="{DA5ECDA3-CDD8-1024-D555-1855E645DA3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138086" y="3040175"/>
            <a:ext cx="2053590" cy="2058035"/>
          </a:xfrm>
          <a:prstGeom prst="rect">
            <a:avLst/>
          </a:prstGeom>
        </p:spPr>
      </p:pic>
      <p:grpSp>
        <p:nvGrpSpPr>
          <p:cNvPr id="9" name="组合 10">
            <a:extLst>
              <a:ext uri="{FF2B5EF4-FFF2-40B4-BE49-F238E27FC236}">
                <a16:creationId xmlns:a16="http://schemas.microsoft.com/office/drawing/2014/main" id="{0308E78C-29B1-20E6-3455-C5C5E332080F}"/>
              </a:ext>
            </a:extLst>
          </p:cNvPr>
          <p:cNvGrpSpPr/>
          <p:nvPr/>
        </p:nvGrpSpPr>
        <p:grpSpPr>
          <a:xfrm>
            <a:off x="1964096" y="2865550"/>
            <a:ext cx="2733675" cy="2453005"/>
            <a:chOff x="655" y="1665"/>
            <a:chExt cx="10698" cy="9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12">
                  <a:extLst>
                    <a:ext uri="{FF2B5EF4-FFF2-40B4-BE49-F238E27FC236}">
                      <a16:creationId xmlns:a16="http://schemas.microsoft.com/office/drawing/2014/main" id="{9AC4CE5B-1D98-4B13-6266-5C465FB931E6}"/>
                    </a:ext>
                  </a:extLst>
                </p:cNvPr>
                <p:cNvSpPr txBox="1"/>
                <p:nvPr/>
              </p:nvSpPr>
              <p:spPr>
                <a:xfrm>
                  <a:off x="9371" y="5886"/>
                  <a:ext cx="1982" cy="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𝑝𝑟𝑜𝑏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𝛼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1" y="5886"/>
                  <a:ext cx="1982" cy="98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14">
                  <a:extLst>
                    <a:ext uri="{FF2B5EF4-FFF2-40B4-BE49-F238E27FC236}">
                      <a16:creationId xmlns:a16="http://schemas.microsoft.com/office/drawing/2014/main" id="{02228B60-DB07-1B16-DB4C-5BCAE5D84490}"/>
                    </a:ext>
                  </a:extLst>
                </p:cNvPr>
                <p:cNvSpPr txBox="1"/>
                <p:nvPr/>
              </p:nvSpPr>
              <p:spPr>
                <a:xfrm>
                  <a:off x="7650" y="2629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𝛽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0" y="2629"/>
                  <a:ext cx="1199" cy="100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21">
                  <a:extLst>
                    <a:ext uri="{FF2B5EF4-FFF2-40B4-BE49-F238E27FC236}">
                      <a16:creationId xmlns:a16="http://schemas.microsoft.com/office/drawing/2014/main" id="{BBC7D7AB-A4DF-CD79-2E10-E0D2022C9DF8}"/>
                    </a:ext>
                  </a:extLst>
                </p:cNvPr>
                <p:cNvSpPr txBox="1"/>
                <p:nvPr/>
              </p:nvSpPr>
              <p:spPr>
                <a:xfrm>
                  <a:off x="3496" y="1665"/>
                  <a:ext cx="2510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𝑝𝑟𝑜𝑏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𝜅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125" i="1" dirty="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6" y="1665"/>
                  <a:ext cx="2510" cy="1004"/>
                </a:xfrm>
                <a:prstGeom prst="rect">
                  <a:avLst/>
                </a:prstGeom>
                <a:blipFill>
                  <a:blip r:embed="rId7"/>
                  <a:stretch>
                    <a:fillRect l="-1905" b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22">
                  <a:extLst>
                    <a:ext uri="{FF2B5EF4-FFF2-40B4-BE49-F238E27FC236}">
                      <a16:creationId xmlns:a16="http://schemas.microsoft.com/office/drawing/2014/main" id="{87C21510-E4FC-0E52-C64E-C0B02E202EA5}"/>
                    </a:ext>
                  </a:extLst>
                </p:cNvPr>
                <p:cNvSpPr txBox="1"/>
                <p:nvPr/>
              </p:nvSpPr>
              <p:spPr>
                <a:xfrm>
                  <a:off x="924" y="3951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𝛿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" y="3951"/>
                  <a:ext cx="1199" cy="100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6">
                  <a:extLst>
                    <a:ext uri="{FF2B5EF4-FFF2-40B4-BE49-F238E27FC236}">
                      <a16:creationId xmlns:a16="http://schemas.microsoft.com/office/drawing/2014/main" id="{4507A05B-2690-3C8D-0D79-A95445666169}"/>
                    </a:ext>
                  </a:extLst>
                </p:cNvPr>
                <p:cNvSpPr txBox="1"/>
                <p:nvPr/>
              </p:nvSpPr>
              <p:spPr>
                <a:xfrm>
                  <a:off x="655" y="7578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𝐴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" y="7578"/>
                  <a:ext cx="1199" cy="1004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7">
                  <a:extLst>
                    <a:ext uri="{FF2B5EF4-FFF2-40B4-BE49-F238E27FC236}">
                      <a16:creationId xmlns:a16="http://schemas.microsoft.com/office/drawing/2014/main" id="{0FE9E89E-F914-2D22-DDA4-B410F7DDEFCB}"/>
                    </a:ext>
                  </a:extLst>
                </p:cNvPr>
                <p:cNvSpPr txBox="1"/>
                <p:nvPr/>
              </p:nvSpPr>
              <p:spPr>
                <a:xfrm>
                  <a:off x="3695" y="10261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𝐵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" y="10261"/>
                  <a:ext cx="1199" cy="100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8">
                  <a:extLst>
                    <a:ext uri="{FF2B5EF4-FFF2-40B4-BE49-F238E27FC236}">
                      <a16:creationId xmlns:a16="http://schemas.microsoft.com/office/drawing/2014/main" id="{9B9FD000-88FF-43AA-A3A1-B55A0B407FE5}"/>
                    </a:ext>
                  </a:extLst>
                </p:cNvPr>
                <p:cNvSpPr txBox="1"/>
                <p:nvPr/>
              </p:nvSpPr>
              <p:spPr>
                <a:xfrm>
                  <a:off x="7650" y="9257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𝐶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0" y="9257"/>
                  <a:ext cx="1199" cy="1004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13">
            <a:extLst>
              <a:ext uri="{FF2B5EF4-FFF2-40B4-BE49-F238E27FC236}">
                <a16:creationId xmlns:a16="http://schemas.microsoft.com/office/drawing/2014/main" id="{E7692766-F0A0-5763-044E-D9D376D92500}"/>
              </a:ext>
            </a:extLst>
          </p:cNvPr>
          <p:cNvGrpSpPr/>
          <p:nvPr/>
        </p:nvGrpSpPr>
        <p:grpSpPr>
          <a:xfrm>
            <a:off x="4613316" y="2865550"/>
            <a:ext cx="2733675" cy="2453005"/>
            <a:chOff x="655" y="1665"/>
            <a:chExt cx="10698" cy="9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15">
                  <a:extLst>
                    <a:ext uri="{FF2B5EF4-FFF2-40B4-BE49-F238E27FC236}">
                      <a16:creationId xmlns:a16="http://schemas.microsoft.com/office/drawing/2014/main" id="{0B9BB1D8-BBF4-DEA9-8AC4-7D4C72B86B14}"/>
                    </a:ext>
                  </a:extLst>
                </p:cNvPr>
                <p:cNvSpPr txBox="1"/>
                <p:nvPr/>
              </p:nvSpPr>
              <p:spPr>
                <a:xfrm>
                  <a:off x="9371" y="5886"/>
                  <a:ext cx="1982" cy="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𝑝𝑟𝑜𝑏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𝛼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1" y="5886"/>
                  <a:ext cx="1982" cy="98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16">
                  <a:extLst>
                    <a:ext uri="{FF2B5EF4-FFF2-40B4-BE49-F238E27FC236}">
                      <a16:creationId xmlns:a16="http://schemas.microsoft.com/office/drawing/2014/main" id="{3503EBF0-5722-3276-21EF-3AC002481AFD}"/>
                    </a:ext>
                  </a:extLst>
                </p:cNvPr>
                <p:cNvSpPr txBox="1"/>
                <p:nvPr/>
              </p:nvSpPr>
              <p:spPr>
                <a:xfrm>
                  <a:off x="7650" y="2629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𝛽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0" y="2629"/>
                  <a:ext cx="1199" cy="100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17">
                  <a:extLst>
                    <a:ext uri="{FF2B5EF4-FFF2-40B4-BE49-F238E27FC236}">
                      <a16:creationId xmlns:a16="http://schemas.microsoft.com/office/drawing/2014/main" id="{B12C2E9A-2D14-31D8-3244-0C37E67B07DA}"/>
                    </a:ext>
                  </a:extLst>
                </p:cNvPr>
                <p:cNvSpPr txBox="1"/>
                <p:nvPr/>
              </p:nvSpPr>
              <p:spPr>
                <a:xfrm>
                  <a:off x="3496" y="1665"/>
                  <a:ext cx="2510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𝑝𝑟𝑜𝑏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𝜅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6" y="1665"/>
                  <a:ext cx="2510" cy="1004"/>
                </a:xfrm>
                <a:prstGeom prst="rect">
                  <a:avLst/>
                </a:prstGeom>
                <a:blipFill>
                  <a:blip r:embed="rId12"/>
                  <a:stretch>
                    <a:fillRect l="-1887" b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18">
                  <a:extLst>
                    <a:ext uri="{FF2B5EF4-FFF2-40B4-BE49-F238E27FC236}">
                      <a16:creationId xmlns:a16="http://schemas.microsoft.com/office/drawing/2014/main" id="{A6523251-8E67-A6E0-E48F-D61605FD0CFD}"/>
                    </a:ext>
                  </a:extLst>
                </p:cNvPr>
                <p:cNvSpPr txBox="1"/>
                <p:nvPr/>
              </p:nvSpPr>
              <p:spPr>
                <a:xfrm>
                  <a:off x="924" y="3951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𝛿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" y="3951"/>
                  <a:ext cx="1199" cy="1004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19">
                  <a:extLst>
                    <a:ext uri="{FF2B5EF4-FFF2-40B4-BE49-F238E27FC236}">
                      <a16:creationId xmlns:a16="http://schemas.microsoft.com/office/drawing/2014/main" id="{1FE2C76F-94A3-1AE2-1109-C21402280ECB}"/>
                    </a:ext>
                  </a:extLst>
                </p:cNvPr>
                <p:cNvSpPr txBox="1"/>
                <p:nvPr/>
              </p:nvSpPr>
              <p:spPr>
                <a:xfrm>
                  <a:off x="655" y="7578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𝐴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" y="7578"/>
                  <a:ext cx="1199" cy="1004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20">
                  <a:extLst>
                    <a:ext uri="{FF2B5EF4-FFF2-40B4-BE49-F238E27FC236}">
                      <a16:creationId xmlns:a16="http://schemas.microsoft.com/office/drawing/2014/main" id="{DCED5FBF-5B1F-8F38-5C57-24E6CD2D6C8C}"/>
                    </a:ext>
                  </a:extLst>
                </p:cNvPr>
                <p:cNvSpPr txBox="1"/>
                <p:nvPr/>
              </p:nvSpPr>
              <p:spPr>
                <a:xfrm>
                  <a:off x="3695" y="10261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𝐵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" y="10261"/>
                  <a:ext cx="1199" cy="100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23">
                  <a:extLst>
                    <a:ext uri="{FF2B5EF4-FFF2-40B4-BE49-F238E27FC236}">
                      <a16:creationId xmlns:a16="http://schemas.microsoft.com/office/drawing/2014/main" id="{CA84C4DE-4A32-242D-F804-6F31B0CE637E}"/>
                    </a:ext>
                  </a:extLst>
                </p:cNvPr>
                <p:cNvSpPr txBox="1"/>
                <p:nvPr/>
              </p:nvSpPr>
              <p:spPr>
                <a:xfrm>
                  <a:off x="7650" y="9257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𝐶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0" y="9257"/>
                  <a:ext cx="1199" cy="1004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文本框 24">
            <a:extLst>
              <a:ext uri="{FF2B5EF4-FFF2-40B4-BE49-F238E27FC236}">
                <a16:creationId xmlns:a16="http://schemas.microsoft.com/office/drawing/2014/main" id="{4E0CB910-E4D1-FDE3-7E73-3163335E45B1}"/>
              </a:ext>
            </a:extLst>
          </p:cNvPr>
          <p:cNvSpPr txBox="1"/>
          <p:nvPr/>
        </p:nvSpPr>
        <p:spPr>
          <a:xfrm>
            <a:off x="2811186" y="2650920"/>
            <a:ext cx="70802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0" b="1" dirty="0">
                <a:solidFill>
                  <a:srgbClr val="E85748"/>
                </a:solidFill>
              </a:rPr>
              <a:t>Africa</a:t>
            </a: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00674865-AE47-0BF6-87A9-41909C4B7287}"/>
              </a:ext>
            </a:extLst>
          </p:cNvPr>
          <p:cNvSpPr txBox="1"/>
          <p:nvPr/>
        </p:nvSpPr>
        <p:spPr>
          <a:xfrm>
            <a:off x="4594266" y="2650920"/>
            <a:ext cx="252666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0" b="1">
                <a:solidFill>
                  <a:srgbClr val="F39F1B"/>
                </a:solidFill>
              </a:rPr>
              <a:t>South &amp; Southeast Asia</a:t>
            </a:r>
          </a:p>
        </p:txBody>
      </p:sp>
      <p:grpSp>
        <p:nvGrpSpPr>
          <p:cNvPr id="13" name="组合 9">
            <a:extLst>
              <a:ext uri="{FF2B5EF4-FFF2-40B4-BE49-F238E27FC236}">
                <a16:creationId xmlns:a16="http://schemas.microsoft.com/office/drawing/2014/main" id="{8447FCE3-6FBC-98C5-3F1F-FD3267A2BD54}"/>
              </a:ext>
            </a:extLst>
          </p:cNvPr>
          <p:cNvGrpSpPr/>
          <p:nvPr/>
        </p:nvGrpSpPr>
        <p:grpSpPr>
          <a:xfrm>
            <a:off x="7252376" y="2865550"/>
            <a:ext cx="2733675" cy="2458720"/>
            <a:chOff x="655" y="1643"/>
            <a:chExt cx="10698" cy="96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11">
                  <a:extLst>
                    <a:ext uri="{FF2B5EF4-FFF2-40B4-BE49-F238E27FC236}">
                      <a16:creationId xmlns:a16="http://schemas.microsoft.com/office/drawing/2014/main" id="{796762DC-9CF8-46F5-0467-C4EF2A117E46}"/>
                    </a:ext>
                  </a:extLst>
                </p:cNvPr>
                <p:cNvSpPr txBox="1"/>
                <p:nvPr/>
              </p:nvSpPr>
              <p:spPr>
                <a:xfrm>
                  <a:off x="9371" y="5886"/>
                  <a:ext cx="1982" cy="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𝑝𝑟𝑜𝑏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𝛼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1" y="5886"/>
                  <a:ext cx="1982" cy="984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31">
                  <a:extLst>
                    <a:ext uri="{FF2B5EF4-FFF2-40B4-BE49-F238E27FC236}">
                      <a16:creationId xmlns:a16="http://schemas.microsoft.com/office/drawing/2014/main" id="{2E4B3022-F6AC-126A-951F-6CA4449555B2}"/>
                    </a:ext>
                  </a:extLst>
                </p:cNvPr>
                <p:cNvSpPr txBox="1"/>
                <p:nvPr/>
              </p:nvSpPr>
              <p:spPr>
                <a:xfrm>
                  <a:off x="7650" y="2629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𝛽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0" y="2629"/>
                  <a:ext cx="1199" cy="100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32">
                  <a:extLst>
                    <a:ext uri="{FF2B5EF4-FFF2-40B4-BE49-F238E27FC236}">
                      <a16:creationId xmlns:a16="http://schemas.microsoft.com/office/drawing/2014/main" id="{A6DDB337-460C-B324-D55A-61018F365332}"/>
                    </a:ext>
                  </a:extLst>
                </p:cNvPr>
                <p:cNvSpPr txBox="1"/>
                <p:nvPr/>
              </p:nvSpPr>
              <p:spPr>
                <a:xfrm>
                  <a:off x="3496" y="1643"/>
                  <a:ext cx="2510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𝑝𝑟𝑜𝑏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𝜅</m:t>
                        </m:r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6" y="1643"/>
                  <a:ext cx="2510" cy="1004"/>
                </a:xfrm>
                <a:prstGeom prst="rect">
                  <a:avLst/>
                </a:prstGeom>
                <a:blipFill>
                  <a:blip r:embed="rId12"/>
                  <a:stretch>
                    <a:fillRect l="-1887" b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33">
                  <a:extLst>
                    <a:ext uri="{FF2B5EF4-FFF2-40B4-BE49-F238E27FC236}">
                      <a16:creationId xmlns:a16="http://schemas.microsoft.com/office/drawing/2014/main" id="{10A44CE4-75CC-BAA9-E175-4EC64C091264}"/>
                    </a:ext>
                  </a:extLst>
                </p:cNvPr>
                <p:cNvSpPr txBox="1"/>
                <p:nvPr/>
              </p:nvSpPr>
              <p:spPr>
                <a:xfrm>
                  <a:off x="924" y="3951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𝛿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" y="3951"/>
                  <a:ext cx="1199" cy="100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35">
                  <a:extLst>
                    <a:ext uri="{FF2B5EF4-FFF2-40B4-BE49-F238E27FC236}">
                      <a16:creationId xmlns:a16="http://schemas.microsoft.com/office/drawing/2014/main" id="{8F41EDC0-AA14-1A88-0BE0-803C617D1DD4}"/>
                    </a:ext>
                  </a:extLst>
                </p:cNvPr>
                <p:cNvSpPr txBox="1"/>
                <p:nvPr/>
              </p:nvSpPr>
              <p:spPr>
                <a:xfrm>
                  <a:off x="655" y="7578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𝐴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6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" y="7578"/>
                  <a:ext cx="1199" cy="1004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36">
                  <a:extLst>
                    <a:ext uri="{FF2B5EF4-FFF2-40B4-BE49-F238E27FC236}">
                      <a16:creationId xmlns:a16="http://schemas.microsoft.com/office/drawing/2014/main" id="{BE3B021F-E9F5-7A8E-92E1-F9187BF6E85B}"/>
                    </a:ext>
                  </a:extLst>
                </p:cNvPr>
                <p:cNvSpPr txBox="1"/>
                <p:nvPr/>
              </p:nvSpPr>
              <p:spPr>
                <a:xfrm>
                  <a:off x="3695" y="10261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𝐵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7" name="文本框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" y="10261"/>
                  <a:ext cx="1199" cy="100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8">
                  <a:extLst>
                    <a:ext uri="{FF2B5EF4-FFF2-40B4-BE49-F238E27FC236}">
                      <a16:creationId xmlns:a16="http://schemas.microsoft.com/office/drawing/2014/main" id="{A1954C01-4CF4-83EB-30AF-ADD77F933B5F}"/>
                    </a:ext>
                  </a:extLst>
                </p:cNvPr>
                <p:cNvSpPr txBox="1"/>
                <p:nvPr/>
              </p:nvSpPr>
              <p:spPr>
                <a:xfrm>
                  <a:off x="7650" y="9257"/>
                  <a:ext cx="1199" cy="1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125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𝐶</m:t>
                        </m:r>
                      </m:oMath>
                    </m:oMathPara>
                  </a14:m>
                  <a:endParaRPr lang="en-US" altLang="zh-CN" sz="1125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0" y="9257"/>
                  <a:ext cx="1199" cy="1004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本框 51">
            <a:extLst>
              <a:ext uri="{FF2B5EF4-FFF2-40B4-BE49-F238E27FC236}">
                <a16:creationId xmlns:a16="http://schemas.microsoft.com/office/drawing/2014/main" id="{69DB2775-B240-E45C-854C-0E2603F31339}"/>
              </a:ext>
            </a:extLst>
          </p:cNvPr>
          <p:cNvSpPr txBox="1"/>
          <p:nvPr/>
        </p:nvSpPr>
        <p:spPr>
          <a:xfrm>
            <a:off x="7284761" y="2650920"/>
            <a:ext cx="244729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0" b="1">
                <a:solidFill>
                  <a:srgbClr val="47A2DE"/>
                </a:solidFill>
              </a:rPr>
              <a:t>Latin America</a:t>
            </a:r>
          </a:p>
        </p:txBody>
      </p:sp>
      <p:sp>
        <p:nvSpPr>
          <p:cNvPr id="15" name="文本框 27">
            <a:extLst>
              <a:ext uri="{FF2B5EF4-FFF2-40B4-BE49-F238E27FC236}">
                <a16:creationId xmlns:a16="http://schemas.microsoft.com/office/drawing/2014/main" id="{CA3F5B4A-E067-DA16-84B6-A8C20CA70BEC}"/>
              </a:ext>
            </a:extLst>
          </p:cNvPr>
          <p:cNvSpPr txBox="1"/>
          <p:nvPr/>
        </p:nvSpPr>
        <p:spPr>
          <a:xfrm>
            <a:off x="5098456" y="5272200"/>
            <a:ext cx="563880" cy="2647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125">
                <a:sym typeface="+mn-ea"/>
              </a:rPr>
              <a:t>2016</a:t>
            </a:r>
          </a:p>
        </p:txBody>
      </p:sp>
      <p:grpSp>
        <p:nvGrpSpPr>
          <p:cNvPr id="16" name="组合 30">
            <a:extLst>
              <a:ext uri="{FF2B5EF4-FFF2-40B4-BE49-F238E27FC236}">
                <a16:creationId xmlns:a16="http://schemas.microsoft.com/office/drawing/2014/main" id="{8867953B-11D8-BC58-0D9E-224107C89C8B}"/>
              </a:ext>
            </a:extLst>
          </p:cNvPr>
          <p:cNvGrpSpPr/>
          <p:nvPr/>
        </p:nvGrpSpPr>
        <p:grpSpPr>
          <a:xfrm>
            <a:off x="4406941" y="5337605"/>
            <a:ext cx="672465" cy="134620"/>
            <a:chOff x="6153" y="11442"/>
            <a:chExt cx="1740" cy="348"/>
          </a:xfrm>
        </p:grpSpPr>
        <p:sp>
          <p:nvSpPr>
            <p:cNvPr id="22" name="圆角矩形 3">
              <a:extLst>
                <a:ext uri="{FF2B5EF4-FFF2-40B4-BE49-F238E27FC236}">
                  <a16:creationId xmlns:a16="http://schemas.microsoft.com/office/drawing/2014/main" id="{C6CBFD51-859F-044D-B943-E70A9C6C060D}"/>
                </a:ext>
              </a:extLst>
            </p:cNvPr>
            <p:cNvSpPr/>
            <p:nvPr/>
          </p:nvSpPr>
          <p:spPr>
            <a:xfrm>
              <a:off x="6153" y="11442"/>
              <a:ext cx="536" cy="348"/>
            </a:xfrm>
            <a:prstGeom prst="roundRect">
              <a:avLst/>
            </a:prstGeom>
            <a:solidFill>
              <a:srgbClr val="E85748">
                <a:alpha val="20000"/>
              </a:srgbClr>
            </a:solidFill>
            <a:ln w="19050">
              <a:solidFill>
                <a:srgbClr val="E8574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圆角矩形 28">
              <a:extLst>
                <a:ext uri="{FF2B5EF4-FFF2-40B4-BE49-F238E27FC236}">
                  <a16:creationId xmlns:a16="http://schemas.microsoft.com/office/drawing/2014/main" id="{CB60E4EF-ED42-A80F-C686-D666EDCDFC04}"/>
                </a:ext>
              </a:extLst>
            </p:cNvPr>
            <p:cNvSpPr/>
            <p:nvPr/>
          </p:nvSpPr>
          <p:spPr>
            <a:xfrm>
              <a:off x="6761" y="11442"/>
              <a:ext cx="530" cy="338"/>
            </a:xfrm>
            <a:prstGeom prst="roundRect">
              <a:avLst/>
            </a:prstGeom>
            <a:solidFill>
              <a:srgbClr val="F39F1B">
                <a:alpha val="20000"/>
              </a:srgbClr>
            </a:solidFill>
            <a:ln w="19050">
              <a:solidFill>
                <a:srgbClr val="F39F1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圆角矩形 29">
              <a:extLst>
                <a:ext uri="{FF2B5EF4-FFF2-40B4-BE49-F238E27FC236}">
                  <a16:creationId xmlns:a16="http://schemas.microsoft.com/office/drawing/2014/main" id="{414EBD30-D7C3-FDD0-D8FD-399329A517BA}"/>
                </a:ext>
              </a:extLst>
            </p:cNvPr>
            <p:cNvSpPr/>
            <p:nvPr/>
          </p:nvSpPr>
          <p:spPr>
            <a:xfrm>
              <a:off x="7363" y="11442"/>
              <a:ext cx="530" cy="338"/>
            </a:xfrm>
            <a:prstGeom prst="roundRect">
              <a:avLst/>
            </a:prstGeom>
            <a:solidFill>
              <a:srgbClr val="47A2DE">
                <a:alpha val="20000"/>
              </a:srgbClr>
            </a:solidFill>
            <a:ln w="19050">
              <a:solidFill>
                <a:srgbClr val="47A2D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7" name="组合 39">
            <a:extLst>
              <a:ext uri="{FF2B5EF4-FFF2-40B4-BE49-F238E27FC236}">
                <a16:creationId xmlns:a16="http://schemas.microsoft.com/office/drawing/2014/main" id="{956FE247-F390-E385-0B11-A4AD2D0996A4}"/>
              </a:ext>
            </a:extLst>
          </p:cNvPr>
          <p:cNvGrpSpPr/>
          <p:nvPr/>
        </p:nvGrpSpPr>
        <p:grpSpPr>
          <a:xfrm>
            <a:off x="6146841" y="5337605"/>
            <a:ext cx="693420" cy="134620"/>
            <a:chOff x="5151" y="11234"/>
            <a:chExt cx="1795" cy="348"/>
          </a:xfrm>
        </p:grpSpPr>
        <p:sp>
          <p:nvSpPr>
            <p:cNvPr id="19" name="圆角矩形 40">
              <a:extLst>
                <a:ext uri="{FF2B5EF4-FFF2-40B4-BE49-F238E27FC236}">
                  <a16:creationId xmlns:a16="http://schemas.microsoft.com/office/drawing/2014/main" id="{46FA135C-E778-2F9B-2B62-57A0D171C4DE}"/>
                </a:ext>
              </a:extLst>
            </p:cNvPr>
            <p:cNvSpPr/>
            <p:nvPr/>
          </p:nvSpPr>
          <p:spPr>
            <a:xfrm>
              <a:off x="5151" y="11234"/>
              <a:ext cx="536" cy="348"/>
            </a:xfrm>
            <a:prstGeom prst="roundRect">
              <a:avLst/>
            </a:prstGeom>
            <a:solidFill>
              <a:srgbClr val="E85748">
                <a:alpha val="20000"/>
              </a:srgbClr>
            </a:solidFill>
            <a:ln w="19050">
              <a:solidFill>
                <a:srgbClr val="E85748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47A2DE"/>
                </a:solidFill>
              </a:endParaRPr>
            </a:p>
          </p:txBody>
        </p:sp>
        <p:sp>
          <p:nvSpPr>
            <p:cNvPr id="20" name="圆角矩形 41">
              <a:extLst>
                <a:ext uri="{FF2B5EF4-FFF2-40B4-BE49-F238E27FC236}">
                  <a16:creationId xmlns:a16="http://schemas.microsoft.com/office/drawing/2014/main" id="{4F573E9E-B312-9C76-DAF0-F97D1514276C}"/>
                </a:ext>
              </a:extLst>
            </p:cNvPr>
            <p:cNvSpPr/>
            <p:nvPr/>
          </p:nvSpPr>
          <p:spPr>
            <a:xfrm>
              <a:off x="5787" y="11234"/>
              <a:ext cx="530" cy="338"/>
            </a:xfrm>
            <a:prstGeom prst="roundRect">
              <a:avLst/>
            </a:prstGeom>
            <a:solidFill>
              <a:srgbClr val="F39F1B">
                <a:alpha val="20000"/>
              </a:srgbClr>
            </a:solidFill>
            <a:ln w="19050">
              <a:solidFill>
                <a:srgbClr val="F39F1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圆角矩形 42">
              <a:extLst>
                <a:ext uri="{FF2B5EF4-FFF2-40B4-BE49-F238E27FC236}">
                  <a16:creationId xmlns:a16="http://schemas.microsoft.com/office/drawing/2014/main" id="{F88780F8-E6A4-21AC-2CBE-923BE042C1E9}"/>
                </a:ext>
              </a:extLst>
            </p:cNvPr>
            <p:cNvSpPr/>
            <p:nvPr/>
          </p:nvSpPr>
          <p:spPr>
            <a:xfrm>
              <a:off x="6416" y="11234"/>
              <a:ext cx="530" cy="338"/>
            </a:xfrm>
            <a:prstGeom prst="roundRect">
              <a:avLst/>
            </a:prstGeom>
            <a:solidFill>
              <a:srgbClr val="47A2DE">
                <a:alpha val="20000"/>
              </a:srgbClr>
            </a:solidFill>
            <a:ln w="19050">
              <a:solidFill>
                <a:srgbClr val="47A2DE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8" name="文本框 45">
            <a:extLst>
              <a:ext uri="{FF2B5EF4-FFF2-40B4-BE49-F238E27FC236}">
                <a16:creationId xmlns:a16="http://schemas.microsoft.com/office/drawing/2014/main" id="{CD24740B-1EE9-E65E-33F6-29D5966F3291}"/>
              </a:ext>
            </a:extLst>
          </p:cNvPr>
          <p:cNvSpPr txBox="1"/>
          <p:nvPr/>
        </p:nvSpPr>
        <p:spPr>
          <a:xfrm>
            <a:off x="6878996" y="5272200"/>
            <a:ext cx="563880" cy="2647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125">
                <a:sym typeface="+mn-ea"/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4106509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79</Words>
  <Application>Microsoft Office PowerPoint</Application>
  <PresentationFormat>Widescreen</PresentationFormat>
  <Paragraphs>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Liang</dc:creator>
  <cp:lastModifiedBy>Jiaqi Liang</cp:lastModifiedBy>
  <cp:revision>1</cp:revision>
  <dcterms:created xsi:type="dcterms:W3CDTF">2026-07-03T14:37:07Z</dcterms:created>
  <dcterms:modified xsi:type="dcterms:W3CDTF">2026-07-03T15:43:38Z</dcterms:modified>
</cp:coreProperties>
</file>