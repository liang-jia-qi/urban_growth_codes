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704D5-956F-0C07-E17C-2913D0EA7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97ED55-ED00-7C9A-14F2-1193CE037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10CB1-BEC2-FDB9-DE41-A03ECB922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41D5-CA81-4232-B0F3-C09376B2E78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4A0E5-8AF9-15AB-4951-2CD88AD68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A11E6-007F-0E06-0C4C-5F312C0D4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B99E-F763-48DF-9DB1-49A3F6B76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75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2D6E7-AD67-7D8F-D1AC-2D2C2129D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AC8BB-A783-3836-999D-4B3DBA188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A88B3-1287-F26D-DE1F-D5C54D65F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41D5-CA81-4232-B0F3-C09376B2E78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04DF8-3617-1227-614A-62418A501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66276-295B-9DED-9353-1D0D63978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B99E-F763-48DF-9DB1-49A3F6B76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096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9ABCA-33F3-D29A-E0E7-4A553E1EA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D8664-25EC-E82C-11F1-BAAFED3FD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F46C8-E4E3-E7B0-30A6-C2EEE055A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41D5-CA81-4232-B0F3-C09376B2E78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B6125-7A2C-5A63-7D8E-89DF5D0CE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09D44-5F22-B8C4-B0D0-CE643E22B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B99E-F763-48DF-9DB1-49A3F6B76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06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CB2D4-B2FA-2B61-9BAD-691F49AB4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E7993-5331-633E-FFC5-3175AC57FC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532E8-67CD-7B65-6E19-48F3B7DCB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5F0D8-45F3-6E85-C282-7BFD752A6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41D5-CA81-4232-B0F3-C09376B2E78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27C10-C55C-B34E-AA91-50575174C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6198F-47D3-0DE2-E50C-8663ED903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B99E-F763-48DF-9DB1-49A3F6B76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181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A606A-A42E-0588-19EE-089ECD728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DCF64-79BE-1FFB-6EB2-B0815736C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2DA19F-2C45-05FF-B4A5-37EC07268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F842D5-90A6-B592-C51F-279C0EA6DC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7D13BC-14BF-EE5E-8B64-E2C74E07AB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4889EC-8362-8010-B9B5-776B52E3F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41D5-CA81-4232-B0F3-C09376B2E78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8C2C2E-A4F3-55C9-5818-3F1E16CC8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6AFEC9-8E2E-62AC-D9C7-073ABC6D3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B99E-F763-48DF-9DB1-49A3F6B76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209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C1B52-0F0F-91B7-6EE8-7D6B45AF1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A27D34-E683-38FC-64B7-41B8DE4BC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41D5-CA81-4232-B0F3-C09376B2E78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666F70-4502-4753-62A7-DB80A87E7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2D1CE6-CD43-5522-CFA9-F29EFD2EC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B99E-F763-48DF-9DB1-49A3F6B76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793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BA90E6-EE12-2685-4FED-5B31F963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41D5-CA81-4232-B0F3-C09376B2E78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0FD9C9-9DEA-AA8C-F7BA-E3AF790FE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72EA9-CA86-3B35-A494-B91C01BB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B99E-F763-48DF-9DB1-49A3F6B76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05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8E5CD-83DA-E68E-0AAD-D2A72FDE2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25AB8-5094-4A23-8E1F-894515080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E6E41-7AA7-BDD5-1697-BCBC387CA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5674F-759D-83C7-456E-BB62420E7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41D5-CA81-4232-B0F3-C09376B2E78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3BAC4-6710-2F53-3568-6AD5D854B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3843C-3CA9-13F2-130D-72B2AB83E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B99E-F763-48DF-9DB1-49A3F6B76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345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0EAD3-47FA-4595-2B97-0D001038B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C384A1-36A2-913E-B811-857FF02D77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92C70-07B0-7F5A-D4EE-AA6B5867D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4DE53-544A-3D52-2858-171365F39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41D5-CA81-4232-B0F3-C09376B2E78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26DC5-CF0F-48CE-C8AB-9F9083867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6C628-D4AD-9D13-2AE7-1F8588E1E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B99E-F763-48DF-9DB1-49A3F6B76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99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9B148-836D-5B5E-44E7-A5E22E412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2EFB4F-35AE-6D43-F3C9-19BA15A16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8EAC4-11A8-D839-758A-E9CF512B0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41D5-CA81-4232-B0F3-C09376B2E78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ED098-9CD1-8E66-8D73-AED64AF4C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E47E7-2713-E92D-7BE8-808FBF1D2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B99E-F763-48DF-9DB1-49A3F6B76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00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19D5E0-0C91-3676-2DE5-5C4882AC14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85BCB8-3706-113F-0194-3A4C01876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811B0-D98E-F1D3-8FB3-DF7D2F973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41D5-CA81-4232-B0F3-C09376B2E78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09CD2-1F05-EC6A-1C0D-8D03D4664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09E0B-C03F-B5AC-EC25-1F828CE7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B99E-F763-48DF-9DB1-49A3F6B76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49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0CE3C7-41FE-343A-F31F-7D6E2D0FA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3840A-8BC5-D8FE-A4E5-13B967C44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48887-FC9A-34EB-EAC4-62901D003A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1D41D5-CA81-4232-B0F3-C09376B2E78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60274-6925-A403-3FEC-8D44206D4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9E743-1150-49E7-2318-5AAFFD2E3B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19B99E-F763-48DF-9DB1-49A3F6B76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29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05C1FC6-746B-B4C2-65BA-CD981D74EF01}"/>
              </a:ext>
            </a:extLst>
          </p:cNvPr>
          <p:cNvGrpSpPr/>
          <p:nvPr/>
        </p:nvGrpSpPr>
        <p:grpSpPr>
          <a:xfrm>
            <a:off x="506488" y="1133478"/>
            <a:ext cx="5338052" cy="3731196"/>
            <a:chOff x="4331237" y="4876125"/>
            <a:chExt cx="4579620" cy="32010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FBFFF65-B6A2-F5DD-04FE-86667B103AFD}"/>
                </a:ext>
              </a:extLst>
            </p:cNvPr>
            <p:cNvGrpSpPr/>
            <p:nvPr/>
          </p:nvGrpSpPr>
          <p:grpSpPr>
            <a:xfrm>
              <a:off x="4331237" y="4876125"/>
              <a:ext cx="4579620" cy="3201067"/>
              <a:chOff x="4331237" y="4876125"/>
              <a:chExt cx="4579620" cy="3201067"/>
            </a:xfrm>
          </p:grpSpPr>
          <p:pic>
            <p:nvPicPr>
              <p:cNvPr id="8" name="Picture 7" descr="Screenshot from 2025-05-14 13-41-03">
                <a:extLst>
                  <a:ext uri="{FF2B5EF4-FFF2-40B4-BE49-F238E27FC236}">
                    <a16:creationId xmlns:a16="http://schemas.microsoft.com/office/drawing/2014/main" id="{056F824A-2F53-240E-AC0C-0D72D54D8D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655738" y="5438570"/>
                <a:ext cx="2255119" cy="2073837"/>
              </a:xfrm>
              <a:prstGeom prst="rect">
                <a:avLst/>
              </a:prstGeom>
            </p:spPr>
          </p:pic>
          <p:pic>
            <p:nvPicPr>
              <p:cNvPr id="9" name="Picture 8" descr="Screenshot from 2025-05-14 13-40-46">
                <a:extLst>
                  <a:ext uri="{FF2B5EF4-FFF2-40B4-BE49-F238E27FC236}">
                    <a16:creationId xmlns:a16="http://schemas.microsoft.com/office/drawing/2014/main" id="{55CEAB13-7257-3152-494A-9D1F6233A4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86471" y="5438570"/>
                <a:ext cx="2255119" cy="2073837"/>
              </a:xfrm>
              <a:prstGeom prst="rect">
                <a:avLst/>
              </a:prstGeom>
            </p:spPr>
          </p:pic>
          <p:grpSp>
            <p:nvGrpSpPr>
              <p:cNvPr id="10" name="Google Shape;156;p16">
                <a:extLst>
                  <a:ext uri="{FF2B5EF4-FFF2-40B4-BE49-F238E27FC236}">
                    <a16:creationId xmlns:a16="http://schemas.microsoft.com/office/drawing/2014/main" id="{5E731B56-553C-28A0-B977-8FA0B7143C61}"/>
                  </a:ext>
                </a:extLst>
              </p:cNvPr>
              <p:cNvGrpSpPr/>
              <p:nvPr/>
            </p:nvGrpSpPr>
            <p:grpSpPr>
              <a:xfrm>
                <a:off x="5130180" y="7512404"/>
                <a:ext cx="2609442" cy="564788"/>
                <a:chOff x="4807925" y="4484375"/>
                <a:chExt cx="2693250" cy="582180"/>
              </a:xfrm>
            </p:grpSpPr>
            <p:sp>
              <p:nvSpPr>
                <p:cNvPr id="17" name="Google Shape;157;p16">
                  <a:extLst>
                    <a:ext uri="{FF2B5EF4-FFF2-40B4-BE49-F238E27FC236}">
                      <a16:creationId xmlns:a16="http://schemas.microsoft.com/office/drawing/2014/main" id="{8B13B24B-FBD8-5930-DE5D-C55C619CE57A}"/>
                    </a:ext>
                  </a:extLst>
                </p:cNvPr>
                <p:cNvSpPr/>
                <p:nvPr/>
              </p:nvSpPr>
              <p:spPr>
                <a:xfrm>
                  <a:off x="4913433" y="4758200"/>
                  <a:ext cx="432300" cy="234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8" name="Google Shape;158;p16">
                  <a:extLst>
                    <a:ext uri="{FF2B5EF4-FFF2-40B4-BE49-F238E27FC236}">
                      <a16:creationId xmlns:a16="http://schemas.microsoft.com/office/drawing/2014/main" id="{E38C44FB-852A-E8CE-AA35-AD40BB952321}"/>
                    </a:ext>
                  </a:extLst>
                </p:cNvPr>
                <p:cNvSpPr txBox="1"/>
                <p:nvPr/>
              </p:nvSpPr>
              <p:spPr>
                <a:xfrm>
                  <a:off x="4807925" y="4484375"/>
                  <a:ext cx="800100" cy="507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-AT" sz="1000" b="1" dirty="0">
                      <a:solidFill>
                        <a:schemeClr val="dk1"/>
                      </a:solidFill>
                    </a:rPr>
                    <a:t>No Building</a:t>
                  </a:r>
                  <a:endParaRPr sz="1000" b="1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9" name="Google Shape;159;p16">
                  <a:extLst>
                    <a:ext uri="{FF2B5EF4-FFF2-40B4-BE49-F238E27FC236}">
                      <a16:creationId xmlns:a16="http://schemas.microsoft.com/office/drawing/2014/main" id="{4D00177F-CDC7-0F25-08C3-B4767BE48A71}"/>
                    </a:ext>
                  </a:extLst>
                </p:cNvPr>
                <p:cNvSpPr/>
                <p:nvPr/>
              </p:nvSpPr>
              <p:spPr>
                <a:xfrm>
                  <a:off x="5890875" y="4753925"/>
                  <a:ext cx="1009200" cy="234600"/>
                </a:xfrm>
                <a:prstGeom prst="rect">
                  <a:avLst/>
                </a:prstGeom>
                <a:gradFill>
                  <a:gsLst>
                    <a:gs pos="0">
                      <a:srgbClr val="1D4877"/>
                    </a:gs>
                    <a:gs pos="24000">
                      <a:srgbClr val="1B8A5A"/>
                    </a:gs>
                    <a:gs pos="50000">
                      <a:srgbClr val="FBB021"/>
                    </a:gs>
                    <a:gs pos="75000">
                      <a:srgbClr val="F68838"/>
                    </a:gs>
                    <a:gs pos="100000">
                      <a:srgbClr val="EE3E3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20" name="Google Shape;160;p16">
                  <a:extLst>
                    <a:ext uri="{FF2B5EF4-FFF2-40B4-BE49-F238E27FC236}">
                      <a16:creationId xmlns:a16="http://schemas.microsoft.com/office/drawing/2014/main" id="{2A44F1C0-705F-63B6-1892-E834A7E81E7A}"/>
                    </a:ext>
                  </a:extLst>
                </p:cNvPr>
                <p:cNvSpPr txBox="1"/>
                <p:nvPr/>
              </p:nvSpPr>
              <p:spPr>
                <a:xfrm>
                  <a:off x="5647974" y="4709676"/>
                  <a:ext cx="233100" cy="3568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-AT" sz="1050">
                      <a:solidFill>
                        <a:schemeClr val="dk1"/>
                      </a:solidFill>
                    </a:rPr>
                    <a:t>0</a:t>
                  </a:r>
                  <a:endParaRPr sz="105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1" name="Google Shape;161;p16">
                  <a:extLst>
                    <a:ext uri="{FF2B5EF4-FFF2-40B4-BE49-F238E27FC236}">
                      <a16:creationId xmlns:a16="http://schemas.microsoft.com/office/drawing/2014/main" id="{1AC6F036-707E-BE20-2985-A19BC9824237}"/>
                    </a:ext>
                  </a:extLst>
                </p:cNvPr>
                <p:cNvSpPr txBox="1"/>
                <p:nvPr/>
              </p:nvSpPr>
              <p:spPr>
                <a:xfrm>
                  <a:off x="6909875" y="4709675"/>
                  <a:ext cx="591300" cy="3568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-AT" sz="1050">
                      <a:solidFill>
                        <a:schemeClr val="dk1"/>
                      </a:solidFill>
                    </a:rPr>
                    <a:t>100m</a:t>
                  </a:r>
                  <a:endParaRPr sz="105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2" name="Google Shape;162;p16">
                  <a:extLst>
                    <a:ext uri="{FF2B5EF4-FFF2-40B4-BE49-F238E27FC236}">
                      <a16:creationId xmlns:a16="http://schemas.microsoft.com/office/drawing/2014/main" id="{FC8456CD-8F64-C977-7C60-F1174824676B}"/>
                    </a:ext>
                  </a:extLst>
                </p:cNvPr>
                <p:cNvSpPr txBox="1"/>
                <p:nvPr/>
              </p:nvSpPr>
              <p:spPr>
                <a:xfrm>
                  <a:off x="5819375" y="4484375"/>
                  <a:ext cx="1681800" cy="3489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-AT" sz="1000" b="1">
                      <a:solidFill>
                        <a:schemeClr val="dk1"/>
                      </a:solidFill>
                    </a:rPr>
                    <a:t>Building Height (pixel)</a:t>
                  </a:r>
                  <a:endParaRPr sz="1000" b="1">
                    <a:solidFill>
                      <a:schemeClr val="dk1"/>
                    </a:solidFill>
                  </a:endParaRPr>
                </a:p>
              </p:txBody>
            </p:sp>
          </p:grpSp>
          <p:sp>
            <p:nvSpPr>
              <p:cNvPr id="11" name="Text Box 9">
                <a:extLst>
                  <a:ext uri="{FF2B5EF4-FFF2-40B4-BE49-F238E27FC236}">
                    <a16:creationId xmlns:a16="http://schemas.microsoft.com/office/drawing/2014/main" id="{71EE8E13-96EA-910A-81F3-E9688BF50613}"/>
                  </a:ext>
                </a:extLst>
              </p:cNvPr>
              <p:cNvSpPr txBox="1"/>
              <p:nvPr/>
            </p:nvSpPr>
            <p:spPr>
              <a:xfrm>
                <a:off x="4331237" y="4876125"/>
                <a:ext cx="45796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algn="ctr"/>
                <a:r>
                  <a:rPr lang="en-US" altLang="zh-CN" sz="1800" dirty="0"/>
                  <a:t>Case City: </a:t>
                </a:r>
                <a:r>
                  <a:rPr lang="en-US" sz="1800" dirty="0"/>
                  <a:t>Antananarivo,</a:t>
                </a:r>
                <a:r>
                  <a:rPr lang="zh-CN" altLang="en-US" sz="1800" dirty="0"/>
                  <a:t> </a:t>
                </a:r>
                <a:r>
                  <a:rPr lang="en-US" altLang="zh-CN" sz="1800" dirty="0"/>
                  <a:t>Madagascar</a:t>
                </a:r>
                <a:endParaRPr lang="en-US" sz="1800" dirty="0"/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1535C9F1-4CA4-885B-8432-CC933F4B0C0B}"/>
                  </a:ext>
                </a:extLst>
              </p:cNvPr>
              <p:cNvGrpSpPr/>
              <p:nvPr/>
            </p:nvGrpSpPr>
            <p:grpSpPr>
              <a:xfrm>
                <a:off x="7771610" y="7589925"/>
                <a:ext cx="729561" cy="346358"/>
                <a:chOff x="9532" y="3515"/>
                <a:chExt cx="1186" cy="563"/>
              </a:xfrm>
            </p:grpSpPr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7002651F-A00B-4E5F-8A89-20BD15899721}"/>
                    </a:ext>
                  </a:extLst>
                </p:cNvPr>
                <p:cNvCxnSpPr/>
                <p:nvPr/>
              </p:nvCxnSpPr>
              <p:spPr>
                <a:xfrm>
                  <a:off x="9532" y="4006"/>
                  <a:ext cx="1186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0B77F212-63FB-51BA-811E-5A58EEF8B3FC}"/>
                    </a:ext>
                  </a:extLst>
                </p:cNvPr>
                <p:cNvCxnSpPr/>
                <p:nvPr/>
              </p:nvCxnSpPr>
              <p:spPr>
                <a:xfrm flipV="1">
                  <a:off x="9551" y="3894"/>
                  <a:ext cx="3" cy="13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3CE63090-3263-99FF-383B-8DB1E9DDAA54}"/>
                    </a:ext>
                  </a:extLst>
                </p:cNvPr>
                <p:cNvCxnSpPr/>
                <p:nvPr/>
              </p:nvCxnSpPr>
              <p:spPr>
                <a:xfrm flipV="1">
                  <a:off x="10706" y="3894"/>
                  <a:ext cx="3" cy="13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none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6" name="Google Shape;161;p16">
                  <a:extLst>
                    <a:ext uri="{FF2B5EF4-FFF2-40B4-BE49-F238E27FC236}">
                      <a16:creationId xmlns:a16="http://schemas.microsoft.com/office/drawing/2014/main" id="{E4BAC250-6F45-21BF-A9F9-15F556E8B35E}"/>
                    </a:ext>
                  </a:extLst>
                </p:cNvPr>
                <p:cNvSpPr txBox="1"/>
                <p:nvPr/>
              </p:nvSpPr>
              <p:spPr>
                <a:xfrm>
                  <a:off x="9677" y="3515"/>
                  <a:ext cx="931" cy="5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altLang="de-AT" sz="1050">
                      <a:solidFill>
                        <a:schemeClr val="dk1"/>
                      </a:solidFill>
                    </a:rPr>
                    <a:t>10 km</a:t>
                  </a: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0718CCF-89C6-9A5B-D8D8-35DFE5557012}"/>
                </a:ext>
              </a:extLst>
            </p:cNvPr>
            <p:cNvSpPr txBox="1"/>
            <p:nvPr/>
          </p:nvSpPr>
          <p:spPr>
            <a:xfrm>
              <a:off x="5093597" y="5186802"/>
              <a:ext cx="69646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2016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B11A087-864B-B7F0-F2EF-92C7834CE9A7}"/>
                </a:ext>
              </a:extLst>
            </p:cNvPr>
            <p:cNvSpPr txBox="1"/>
            <p:nvPr/>
          </p:nvSpPr>
          <p:spPr>
            <a:xfrm>
              <a:off x="7391390" y="5162907"/>
              <a:ext cx="69646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2023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8139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19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Jiaqi Liang</dc:creator>
  <cp:lastModifiedBy>Jiaqi Liang</cp:lastModifiedBy>
  <cp:revision>1</cp:revision>
  <dcterms:created xsi:type="dcterms:W3CDTF">2026-07-07T15:37:20Z</dcterms:created>
  <dcterms:modified xsi:type="dcterms:W3CDTF">2026-07-07T16:33:00Z</dcterms:modified>
</cp:coreProperties>
</file>