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6" r:id="rId3"/>
    <p:sldId id="257" r:id="rId4"/>
  </p:sldIdLst>
  <p:sldSz cx="12192000" cy="6858000"/>
  <p:notesSz cx="7104380" cy="1023493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 panose="020F050202020403020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2278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65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pPr fontAlgn="auto"/>
            <a:fld id="{0F9B84EA-7D68-4D60-9CB1-D50884785D1C}" type="datetimeFigureOut">
              <a:rPr lang="zh-CN" altLang="en-US" sz="1245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4313" y="9720263"/>
            <a:ext cx="3078163" cy="5143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pPr fontAlgn="auto"/>
            <a:fld id="{8D4E0FC9-F1F8-4FAE-9988-3BA365CFD46F}" type="slidenum">
              <a:rPr lang="zh-CN" altLang="en-US" sz="1245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D6C8D182-E4C8-4120-9249-FC9774456FFA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85D0DACE-38E0-42D2-9336-2B707D34BC6D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幻灯片图像占位符 1"/>
          <p:cNvSpPr>
            <a:spLocks noGrp="1" noRot="1"/>
          </p:cNvSpPr>
          <p:nvPr>
            <p:ph type="sldImg"/>
          </p:nvPr>
        </p:nvSpPr>
        <p:spPr>
          <a:ln/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>
          <a:ln/>
        </p:spPr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单击此处添加标题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dirty="0"/>
              <a:t>单击此处添加副标题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fontAlgn="auto"/>
            <a:r>
              <a:rPr lang="zh-CN" altLang="en-US" strike="noStrike" noProof="1" dirty="0"/>
              <a:t>单击此处编辑标题</a:t>
            </a:r>
            <a:endParaRPr lang="zh-CN" altLang="en-US" strike="noStrike" noProof="1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fontAlgn="auto"/>
            <a:endParaRPr lang="zh-CN" altLang="en-US" strike="noStrike" noProof="1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 fontAlgn="auto"/>
            <a:r>
              <a:rPr lang="zh-CN" altLang="en-US" strike="noStrike" noProof="1" dirty="0"/>
              <a:t>单击此处编辑母版文本样式</a:t>
            </a:r>
            <a:endParaRPr lang="zh-CN" altLang="en-US" strike="noStrike" noProof="1" dirty="0"/>
          </a:p>
          <a:p>
            <a:pPr lvl="1" fontAlgn="auto"/>
            <a:r>
              <a:rPr lang="zh-CN" altLang="en-US" strike="noStrike" noProof="1" dirty="0"/>
              <a:t>第二级</a:t>
            </a:r>
            <a:endParaRPr lang="zh-CN" altLang="en-US" strike="noStrike" noProof="1" dirty="0"/>
          </a:p>
          <a:p>
            <a:pPr lvl="2" fontAlgn="auto"/>
            <a:r>
              <a:rPr lang="zh-CN" altLang="en-US" strike="noStrike" noProof="1" dirty="0"/>
              <a:t>第三级</a:t>
            </a:r>
            <a:endParaRPr lang="zh-CN" altLang="en-US" strike="noStrike" noProof="1" dirty="0"/>
          </a:p>
          <a:p>
            <a:pPr lvl="3" fontAlgn="auto"/>
            <a:r>
              <a:rPr lang="zh-CN" altLang="en-US" strike="noStrike" noProof="1" dirty="0"/>
              <a:t>第四级</a:t>
            </a:r>
            <a:endParaRPr lang="zh-CN" altLang="en-US" strike="noStrike" noProof="1" dirty="0"/>
          </a:p>
          <a:p>
            <a:pPr lvl="4" fontAlgn="auto"/>
            <a:r>
              <a:rPr lang="zh-CN" altLang="en-US" strike="noStrike" noProof="1" dirty="0"/>
              <a:t>第五级</a:t>
            </a:r>
            <a:endParaRPr lang="zh-CN" altLang="en-US" strike="noStrike" noProof="1" dirty="0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+mn-lt"/>
                <a:ea typeface="+mn-ea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1438275" y="1220788"/>
          <a:ext cx="9274175" cy="3529013"/>
        </p:xfrm>
        <a:graphic>
          <a:graphicData uri="http://schemas.openxmlformats.org/drawingml/2006/table">
            <a:tbl>
              <a:tblPr firstRow="1">
                <a:tableStyleId>{3B4B98B0-60AC-42C2-AFA5-B58CD77FA1E5}</a:tableStyleId>
              </a:tblPr>
              <a:tblGrid>
                <a:gridCol w="1759585"/>
                <a:gridCol w="1008380"/>
                <a:gridCol w="982980"/>
                <a:gridCol w="1391285"/>
                <a:gridCol w="1376680"/>
                <a:gridCol w="1377315"/>
                <a:gridCol w="1376680"/>
              </a:tblGrid>
              <a:tr h="436245"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600"/>
                        <a:t>City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600"/>
                        <a:t>Country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lang="en-US" altLang="zh-CN" sz="1600"/>
                        <a:t>Continent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Population2016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Population2023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Volume2016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Volume2023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</a:tr>
              <a:tr h="253365"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Lagos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Nigeria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Africa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600"/>
                        <a:t>12634381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600"/>
                        <a:t>15945912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1.218e+09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1.375e+09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</a:tr>
              <a:tr h="650240"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Kinshasa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Congo (Kinshasa)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Africa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600"/>
                        <a:t>12100142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600"/>
                        <a:t>16315534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4.712e+08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4.908e+08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</a:tr>
              <a:tr h="253365"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Bangalore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India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Asia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600"/>
                        <a:t>10556789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600"/>
                        <a:t>13607800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1.388e+09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1.375e+09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</a:tr>
              <a:tr h="435610"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Jakarta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Indonesia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Asia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600"/>
                        <a:t>10286636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600"/>
                        <a:t>11248839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3.027e+09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3.482e+09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</a:tr>
              <a:tr h="497205"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Lima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Peru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Latin America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600"/>
                        <a:t>10002049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600"/>
                        <a:t>11204382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1.401e+09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1.248e+09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</a:tr>
              <a:tr h="497205"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Bogota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Colombia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Latin America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600"/>
                        <a:t>9988963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600"/>
                        <a:t>11507960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1.127e+09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1.155e+09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</a:tr>
              <a:tr h="253365"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Chennai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India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Asia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600"/>
                        <a:t>9929919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600"/>
                        <a:t>11776147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9.925e+08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9.716e+08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</a:tr>
              <a:tr h="253365"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Bangkok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Thailand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600"/>
                        <a:t>Asia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600"/>
                        <a:t>9647526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/>
                      <a:r>
                        <a:rPr lang="en-US" altLang="zh-CN" sz="1600"/>
                        <a:t>11069982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3.160e+09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  <a:tc>
                  <a:txBody>
                    <a:bodyPr/>
                    <a:p>
                      <a:pPr algn="r" fontAlgn="ctr">
                        <a:buNone/>
                      </a:pPr>
                      <a:r>
                        <a:rPr lang="en-US" altLang="zh-CN" sz="1600"/>
                        <a:t>3.243e+09</a:t>
                      </a:r>
                      <a:endParaRPr lang="en-US" altLang="zh-CN" sz="1600"/>
                    </a:p>
                  </a:txBody>
                  <a:tcPr marL="9842" marR="9842" marT="9842" marB="0" anchor="ctr" anchorCtr="0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122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1880" y="1362075"/>
            <a:ext cx="2224405" cy="186182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3" name="图片 13" descr="Screenshot from 2026-02-25 12-56-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030" y="3814445"/>
            <a:ext cx="2242820" cy="186182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4" name="文本框 14"/>
          <p:cNvSpPr txBox="1"/>
          <p:nvPr/>
        </p:nvSpPr>
        <p:spPr>
          <a:xfrm>
            <a:off x="1633855" y="3489325"/>
            <a:ext cx="1152525" cy="336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Bangalore</a:t>
            </a:r>
            <a:endParaRPr lang="en-US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125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1565" y="3814445"/>
            <a:ext cx="2241550" cy="1860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26" name="文本框 17"/>
          <p:cNvSpPr txBox="1"/>
          <p:nvPr/>
        </p:nvSpPr>
        <p:spPr>
          <a:xfrm>
            <a:off x="4230370" y="3505200"/>
            <a:ext cx="1152525" cy="336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Lima</a:t>
            </a:r>
            <a:endParaRPr lang="en-US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127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9030" y="1362075"/>
            <a:ext cx="2242820" cy="1863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8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1565" y="1362075"/>
            <a:ext cx="2242820" cy="18637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5129" name="图片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5370" y="1362075"/>
            <a:ext cx="2244725" cy="18637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30" name="文本框 8"/>
          <p:cNvSpPr txBox="1"/>
          <p:nvPr/>
        </p:nvSpPr>
        <p:spPr>
          <a:xfrm>
            <a:off x="4065270" y="973455"/>
            <a:ext cx="1317625" cy="336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Lagos</a:t>
            </a:r>
            <a:endParaRPr lang="en-US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31" name="文本框 9"/>
          <p:cNvSpPr txBox="1"/>
          <p:nvPr/>
        </p:nvSpPr>
        <p:spPr>
          <a:xfrm>
            <a:off x="1586230" y="973455"/>
            <a:ext cx="1279525" cy="336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Kinshasa</a:t>
            </a:r>
            <a:endParaRPr lang="en-US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32" name="文本框 20"/>
          <p:cNvSpPr txBox="1"/>
          <p:nvPr/>
        </p:nvSpPr>
        <p:spPr>
          <a:xfrm>
            <a:off x="6709410" y="973455"/>
            <a:ext cx="880745" cy="336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Bogota</a:t>
            </a:r>
            <a:endParaRPr lang="en-US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5133" name="图片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35370" y="3814445"/>
            <a:ext cx="2233295" cy="1857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34" name="文本框 23"/>
          <p:cNvSpPr txBox="1"/>
          <p:nvPr/>
        </p:nvSpPr>
        <p:spPr>
          <a:xfrm>
            <a:off x="6677660" y="3502025"/>
            <a:ext cx="1074420" cy="336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Chennai</a:t>
            </a:r>
            <a:endParaRPr lang="en-US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35" name="文本框 25"/>
          <p:cNvSpPr txBox="1"/>
          <p:nvPr/>
        </p:nvSpPr>
        <p:spPr>
          <a:xfrm>
            <a:off x="474980" y="1095375"/>
            <a:ext cx="714375" cy="21399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algn="ctr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(10</a:t>
            </a:r>
            <a:r>
              <a:rPr lang="en-US" altLang="zh-CN" sz="1400" baseline="30000">
                <a:latin typeface="Arial" panose="020B0604020202020204" pitchFamily="34" charset="0"/>
                <a:ea typeface="宋体" panose="02010600030101010101" pitchFamily="2" charset="-122"/>
              </a:rPr>
              <a:t>9</a:t>
            </a: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 m</a:t>
            </a:r>
            <a:r>
              <a:rPr lang="en-US" altLang="zh-CN" sz="1400" baseline="30000"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</a:rPr>
              <a:t>)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136" name="文本框 29"/>
          <p:cNvSpPr txBox="1"/>
          <p:nvPr/>
        </p:nvSpPr>
        <p:spPr>
          <a:xfrm>
            <a:off x="9122410" y="1003300"/>
            <a:ext cx="1150620" cy="336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Bangkok</a:t>
            </a:r>
            <a:endParaRPr lang="en-US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137" name="组合 75"/>
          <p:cNvGrpSpPr/>
          <p:nvPr/>
        </p:nvGrpSpPr>
        <p:grpSpPr>
          <a:xfrm rot="0">
            <a:off x="803275" y="1301750"/>
            <a:ext cx="2604135" cy="2138045"/>
            <a:chOff x="517" y="828"/>
            <a:chExt cx="4102" cy="3368"/>
          </a:xfrm>
        </p:grpSpPr>
        <p:sp>
          <p:nvSpPr>
            <p:cNvPr id="5138" name="文本框 24"/>
            <p:cNvSpPr txBox="1"/>
            <p:nvPr/>
          </p:nvSpPr>
          <p:spPr>
            <a:xfrm>
              <a:off x="517" y="828"/>
              <a:ext cx="512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1.5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39" name="文本框 26"/>
            <p:cNvSpPr txBox="1"/>
            <p:nvPr/>
          </p:nvSpPr>
          <p:spPr>
            <a:xfrm>
              <a:off x="776" y="3858"/>
              <a:ext cx="253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40" name="文本框 27"/>
            <p:cNvSpPr txBox="1"/>
            <p:nvPr/>
          </p:nvSpPr>
          <p:spPr>
            <a:xfrm>
              <a:off x="699" y="1764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1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41" name="文本框 38"/>
            <p:cNvSpPr txBox="1"/>
            <p:nvPr/>
          </p:nvSpPr>
          <p:spPr>
            <a:xfrm>
              <a:off x="2157" y="38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42" name="文本框 39"/>
            <p:cNvSpPr txBox="1"/>
            <p:nvPr/>
          </p:nvSpPr>
          <p:spPr>
            <a:xfrm>
              <a:off x="3309" y="38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20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43" name="文本框 41"/>
            <p:cNvSpPr txBox="1"/>
            <p:nvPr/>
          </p:nvSpPr>
          <p:spPr>
            <a:xfrm>
              <a:off x="4289" y="38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30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5144" name="文本框 42"/>
          <p:cNvSpPr txBox="1"/>
          <p:nvPr/>
        </p:nvSpPr>
        <p:spPr>
          <a:xfrm>
            <a:off x="3060700" y="3439795"/>
            <a:ext cx="366395" cy="213995"/>
          </a:xfrm>
          <a:prstGeom prst="rect">
            <a:avLst/>
          </a:prstGeom>
          <a:noFill/>
          <a:ln w="9525">
            <a:noFill/>
          </a:ln>
        </p:spPr>
        <p:txBody>
          <a:bodyPr wrap="square" lIns="0" tIns="0" rIns="0" bIns="0" anchor="t" anchorCtr="0">
            <a:spAutoFit/>
          </a:bodyPr>
          <a:p>
            <a:pPr algn="ctr"/>
            <a:r>
              <a: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(km)</a:t>
            </a:r>
            <a:endParaRPr lang="en-US" altLang="zh-CN" sz="1400">
              <a:latin typeface="Arial" panose="020B060402020202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5145" name="组合 67"/>
          <p:cNvGrpSpPr/>
          <p:nvPr/>
        </p:nvGrpSpPr>
        <p:grpSpPr>
          <a:xfrm rot="0">
            <a:off x="3322320" y="1301750"/>
            <a:ext cx="2604135" cy="2138045"/>
            <a:chOff x="717" y="1028"/>
            <a:chExt cx="4102" cy="3368"/>
          </a:xfrm>
        </p:grpSpPr>
        <p:sp>
          <p:nvSpPr>
            <p:cNvPr id="5146" name="文本框 61"/>
            <p:cNvSpPr txBox="1"/>
            <p:nvPr/>
          </p:nvSpPr>
          <p:spPr>
            <a:xfrm>
              <a:off x="717" y="1028"/>
              <a:ext cx="512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1.5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47" name="文本框 62"/>
            <p:cNvSpPr txBox="1"/>
            <p:nvPr/>
          </p:nvSpPr>
          <p:spPr>
            <a:xfrm>
              <a:off x="976" y="4058"/>
              <a:ext cx="253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48" name="文本框 63"/>
            <p:cNvSpPr txBox="1"/>
            <p:nvPr/>
          </p:nvSpPr>
          <p:spPr>
            <a:xfrm>
              <a:off x="899" y="1964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49" name="文本框 64"/>
            <p:cNvSpPr txBox="1"/>
            <p:nvPr/>
          </p:nvSpPr>
          <p:spPr>
            <a:xfrm>
              <a:off x="2357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50" name="文本框 65"/>
            <p:cNvSpPr txBox="1"/>
            <p:nvPr/>
          </p:nvSpPr>
          <p:spPr>
            <a:xfrm>
              <a:off x="3509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20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51" name="文本框 66"/>
            <p:cNvSpPr txBox="1"/>
            <p:nvPr/>
          </p:nvSpPr>
          <p:spPr>
            <a:xfrm>
              <a:off x="4489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30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152" name="组合 74"/>
          <p:cNvGrpSpPr/>
          <p:nvPr/>
        </p:nvGrpSpPr>
        <p:grpSpPr>
          <a:xfrm rot="0">
            <a:off x="5817870" y="1301750"/>
            <a:ext cx="2604135" cy="2138045"/>
            <a:chOff x="717" y="1028"/>
            <a:chExt cx="4102" cy="3368"/>
          </a:xfrm>
        </p:grpSpPr>
        <p:sp>
          <p:nvSpPr>
            <p:cNvPr id="5153" name="文本框 68"/>
            <p:cNvSpPr txBox="1"/>
            <p:nvPr/>
          </p:nvSpPr>
          <p:spPr>
            <a:xfrm>
              <a:off x="717" y="1028"/>
              <a:ext cx="512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1.5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54" name="文本框 69"/>
            <p:cNvSpPr txBox="1"/>
            <p:nvPr/>
          </p:nvSpPr>
          <p:spPr>
            <a:xfrm>
              <a:off x="976" y="4058"/>
              <a:ext cx="253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55" name="文本框 70"/>
            <p:cNvSpPr txBox="1"/>
            <p:nvPr/>
          </p:nvSpPr>
          <p:spPr>
            <a:xfrm>
              <a:off x="899" y="1964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56" name="文本框 71"/>
            <p:cNvSpPr txBox="1"/>
            <p:nvPr/>
          </p:nvSpPr>
          <p:spPr>
            <a:xfrm>
              <a:off x="2357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57" name="文本框 72"/>
            <p:cNvSpPr txBox="1"/>
            <p:nvPr/>
          </p:nvSpPr>
          <p:spPr>
            <a:xfrm>
              <a:off x="3509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20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58" name="文本框 73"/>
            <p:cNvSpPr txBox="1"/>
            <p:nvPr/>
          </p:nvSpPr>
          <p:spPr>
            <a:xfrm>
              <a:off x="4489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30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159" name="组合 90"/>
          <p:cNvGrpSpPr/>
          <p:nvPr/>
        </p:nvGrpSpPr>
        <p:grpSpPr>
          <a:xfrm rot="0">
            <a:off x="821055" y="3747770"/>
            <a:ext cx="2604135" cy="2138045"/>
            <a:chOff x="517" y="828"/>
            <a:chExt cx="4102" cy="3368"/>
          </a:xfrm>
        </p:grpSpPr>
        <p:sp>
          <p:nvSpPr>
            <p:cNvPr id="5160" name="文本框 91"/>
            <p:cNvSpPr txBox="1"/>
            <p:nvPr/>
          </p:nvSpPr>
          <p:spPr>
            <a:xfrm>
              <a:off x="517" y="828"/>
              <a:ext cx="512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1.5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61" name="文本框 92"/>
            <p:cNvSpPr txBox="1"/>
            <p:nvPr/>
          </p:nvSpPr>
          <p:spPr>
            <a:xfrm>
              <a:off x="776" y="3858"/>
              <a:ext cx="253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62" name="文本框 93"/>
            <p:cNvSpPr txBox="1"/>
            <p:nvPr/>
          </p:nvSpPr>
          <p:spPr>
            <a:xfrm>
              <a:off x="699" y="1764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63" name="文本框 94"/>
            <p:cNvSpPr txBox="1"/>
            <p:nvPr/>
          </p:nvSpPr>
          <p:spPr>
            <a:xfrm>
              <a:off x="2157" y="38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64" name="文本框 95"/>
            <p:cNvSpPr txBox="1"/>
            <p:nvPr/>
          </p:nvSpPr>
          <p:spPr>
            <a:xfrm>
              <a:off x="3309" y="38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20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65" name="文本框 96"/>
            <p:cNvSpPr txBox="1"/>
            <p:nvPr/>
          </p:nvSpPr>
          <p:spPr>
            <a:xfrm>
              <a:off x="4289" y="38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30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166" name="组合 97"/>
          <p:cNvGrpSpPr/>
          <p:nvPr/>
        </p:nvGrpSpPr>
        <p:grpSpPr>
          <a:xfrm rot="0">
            <a:off x="3341370" y="3747770"/>
            <a:ext cx="2602865" cy="2138045"/>
            <a:chOff x="717" y="1028"/>
            <a:chExt cx="4102" cy="3368"/>
          </a:xfrm>
        </p:grpSpPr>
        <p:sp>
          <p:nvSpPr>
            <p:cNvPr id="5167" name="文本框 98"/>
            <p:cNvSpPr txBox="1"/>
            <p:nvPr/>
          </p:nvSpPr>
          <p:spPr>
            <a:xfrm>
              <a:off x="717" y="1028"/>
              <a:ext cx="512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1.5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68" name="文本框 99"/>
            <p:cNvSpPr txBox="1"/>
            <p:nvPr/>
          </p:nvSpPr>
          <p:spPr>
            <a:xfrm>
              <a:off x="976" y="4058"/>
              <a:ext cx="253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69" name="文本框 100"/>
            <p:cNvSpPr txBox="1"/>
            <p:nvPr/>
          </p:nvSpPr>
          <p:spPr>
            <a:xfrm>
              <a:off x="899" y="1964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70" name="文本框 101"/>
            <p:cNvSpPr txBox="1"/>
            <p:nvPr/>
          </p:nvSpPr>
          <p:spPr>
            <a:xfrm>
              <a:off x="2357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71" name="文本框 102"/>
            <p:cNvSpPr txBox="1"/>
            <p:nvPr/>
          </p:nvSpPr>
          <p:spPr>
            <a:xfrm>
              <a:off x="3509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20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72" name="文本框 103"/>
            <p:cNvSpPr txBox="1"/>
            <p:nvPr/>
          </p:nvSpPr>
          <p:spPr>
            <a:xfrm>
              <a:off x="4489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30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5173" name="组合 104"/>
          <p:cNvGrpSpPr/>
          <p:nvPr/>
        </p:nvGrpSpPr>
        <p:grpSpPr>
          <a:xfrm rot="0">
            <a:off x="5836920" y="3747770"/>
            <a:ext cx="2604135" cy="2138045"/>
            <a:chOff x="717" y="1028"/>
            <a:chExt cx="4102" cy="3368"/>
          </a:xfrm>
        </p:grpSpPr>
        <p:sp>
          <p:nvSpPr>
            <p:cNvPr id="5174" name="文本框 105"/>
            <p:cNvSpPr txBox="1"/>
            <p:nvPr/>
          </p:nvSpPr>
          <p:spPr>
            <a:xfrm>
              <a:off x="717" y="1028"/>
              <a:ext cx="512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1.5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75" name="文本框 106"/>
            <p:cNvSpPr txBox="1"/>
            <p:nvPr/>
          </p:nvSpPr>
          <p:spPr>
            <a:xfrm>
              <a:off x="976" y="4058"/>
              <a:ext cx="253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76" name="文本框 107"/>
            <p:cNvSpPr txBox="1"/>
            <p:nvPr/>
          </p:nvSpPr>
          <p:spPr>
            <a:xfrm>
              <a:off x="899" y="1964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177" name="文本框 108"/>
            <p:cNvSpPr txBox="1"/>
            <p:nvPr/>
          </p:nvSpPr>
          <p:spPr>
            <a:xfrm>
              <a:off x="2357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78" name="文本框 109"/>
            <p:cNvSpPr txBox="1"/>
            <p:nvPr/>
          </p:nvSpPr>
          <p:spPr>
            <a:xfrm>
              <a:off x="3509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20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179" name="文本框 110"/>
            <p:cNvSpPr txBox="1"/>
            <p:nvPr/>
          </p:nvSpPr>
          <p:spPr>
            <a:xfrm>
              <a:off x="4489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30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5180" name="图片 1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1880" y="3814445"/>
            <a:ext cx="2223770" cy="1847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181" name="文本框 112"/>
          <p:cNvSpPr txBox="1"/>
          <p:nvPr/>
        </p:nvSpPr>
        <p:spPr>
          <a:xfrm>
            <a:off x="9122410" y="3477895"/>
            <a:ext cx="1150620" cy="336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/>
            <a:r>
              <a:rPr lang="en-US" altLang="zh-CN" sz="1600">
                <a:latin typeface="Arial" panose="020B0604020202020204" pitchFamily="34" charset="0"/>
                <a:ea typeface="宋体" panose="02010600030101010101" pitchFamily="2" charset="-122"/>
              </a:rPr>
              <a:t>Jakarta</a:t>
            </a:r>
            <a:endParaRPr lang="en-US" altLang="zh-CN" sz="160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组合 74"/>
          <p:cNvGrpSpPr/>
          <p:nvPr/>
        </p:nvGrpSpPr>
        <p:grpSpPr>
          <a:xfrm rot="0">
            <a:off x="8368665" y="1290955"/>
            <a:ext cx="2604135" cy="2138045"/>
            <a:chOff x="717" y="1028"/>
            <a:chExt cx="4102" cy="3368"/>
          </a:xfrm>
        </p:grpSpPr>
        <p:sp>
          <p:nvSpPr>
            <p:cNvPr id="3" name="文本框 68"/>
            <p:cNvSpPr txBox="1"/>
            <p:nvPr/>
          </p:nvSpPr>
          <p:spPr>
            <a:xfrm>
              <a:off x="717" y="1028"/>
              <a:ext cx="512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1.5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" name="文本框 69"/>
            <p:cNvSpPr txBox="1"/>
            <p:nvPr/>
          </p:nvSpPr>
          <p:spPr>
            <a:xfrm>
              <a:off x="976" y="4058"/>
              <a:ext cx="253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5" name="文本框 70"/>
            <p:cNvSpPr txBox="1"/>
            <p:nvPr/>
          </p:nvSpPr>
          <p:spPr>
            <a:xfrm>
              <a:off x="899" y="1964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6" name="文本框 71"/>
            <p:cNvSpPr txBox="1"/>
            <p:nvPr/>
          </p:nvSpPr>
          <p:spPr>
            <a:xfrm>
              <a:off x="2357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文本框 72"/>
            <p:cNvSpPr txBox="1"/>
            <p:nvPr/>
          </p:nvSpPr>
          <p:spPr>
            <a:xfrm>
              <a:off x="3509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20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文本框 73"/>
            <p:cNvSpPr txBox="1"/>
            <p:nvPr/>
          </p:nvSpPr>
          <p:spPr>
            <a:xfrm>
              <a:off x="4489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30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9" name="组合 104"/>
          <p:cNvGrpSpPr/>
          <p:nvPr/>
        </p:nvGrpSpPr>
        <p:grpSpPr>
          <a:xfrm rot="0">
            <a:off x="8394700" y="3747770"/>
            <a:ext cx="2604135" cy="2138045"/>
            <a:chOff x="717" y="1028"/>
            <a:chExt cx="4102" cy="3368"/>
          </a:xfrm>
        </p:grpSpPr>
        <p:sp>
          <p:nvSpPr>
            <p:cNvPr id="10" name="文本框 105"/>
            <p:cNvSpPr txBox="1"/>
            <p:nvPr/>
          </p:nvSpPr>
          <p:spPr>
            <a:xfrm>
              <a:off x="717" y="1028"/>
              <a:ext cx="512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1.5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1" name="文本框 106"/>
            <p:cNvSpPr txBox="1"/>
            <p:nvPr/>
          </p:nvSpPr>
          <p:spPr>
            <a:xfrm>
              <a:off x="976" y="4058"/>
              <a:ext cx="253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2" name="文本框 107"/>
            <p:cNvSpPr txBox="1"/>
            <p:nvPr/>
          </p:nvSpPr>
          <p:spPr>
            <a:xfrm>
              <a:off x="899" y="1964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  <a:sym typeface="宋体" panose="02010600030101010101" pitchFamily="2" charset="-122"/>
                </a:rPr>
                <a:t>1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3" name="文本框 108"/>
            <p:cNvSpPr txBox="1"/>
            <p:nvPr/>
          </p:nvSpPr>
          <p:spPr>
            <a:xfrm>
              <a:off x="2357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10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文本框 109"/>
            <p:cNvSpPr txBox="1"/>
            <p:nvPr/>
          </p:nvSpPr>
          <p:spPr>
            <a:xfrm>
              <a:off x="3509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20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文本框 110"/>
            <p:cNvSpPr txBox="1"/>
            <p:nvPr/>
          </p:nvSpPr>
          <p:spPr>
            <a:xfrm>
              <a:off x="4489" y="4058"/>
              <a:ext cx="330" cy="33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anchor="t" anchorCtr="0">
              <a:spAutoFit/>
            </a:bodyPr>
            <a:p>
              <a:pPr algn="ctr"/>
              <a:r>
                <a:rPr lang="en-US" altLang="zh-CN" sz="1400">
                  <a:latin typeface="Arial" panose="020B0604020202020204" pitchFamily="34" charset="0"/>
                  <a:ea typeface="宋体" panose="02010600030101010101" pitchFamily="2" charset="-122"/>
                </a:rPr>
                <a:t>30</a:t>
              </a:r>
              <a:endParaRPr lang="en-US" altLang="zh-CN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4179" name="图片 5"/>
          <p:cNvPicPr>
            <a:picLocks noChangeAspect="1"/>
          </p:cNvPicPr>
          <p:nvPr/>
        </p:nvPicPr>
        <p:blipFill>
          <a:blip r:embed="rId9"/>
          <a:srcRect b="781"/>
          <a:stretch>
            <a:fillRect/>
          </a:stretch>
        </p:blipFill>
        <p:spPr>
          <a:xfrm>
            <a:off x="3060700" y="6982460"/>
            <a:ext cx="1913890" cy="89154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659</Words>
  <Application>WPS 演示</Application>
  <PresentationFormat>宽屏</PresentationFormat>
  <Paragraphs>242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1" baseType="lpstr">
      <vt:lpstr>Arial</vt:lpstr>
      <vt:lpstr>宋体</vt:lpstr>
      <vt:lpstr>Wingdings</vt:lpstr>
      <vt:lpstr>Calibri Light</vt:lpstr>
      <vt:lpstr>微软雅黑</vt:lpstr>
      <vt:lpstr>Arial Unicode MS</vt:lpstr>
      <vt:lpstr>Calibri</vt:lpstr>
      <vt:lpstr>Microsoft Sans Serif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April Liang</cp:lastModifiedBy>
  <cp:revision>10</cp:revision>
  <dcterms:created xsi:type="dcterms:W3CDTF">2026-02-26T12:06:59Z</dcterms:created>
  <dcterms:modified xsi:type="dcterms:W3CDTF">2026-02-26T12:06:59Z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2052-12.1.2.24722</vt:lpwstr>
  </property>
  <property fmtid="{D5CDD505-2E9C-101B-9397-08002B2CF9AE}" pid="3" name="ICV">
    <vt:lpwstr>ADBEA3FAAC1D36A06337A069BBBD18F7_43</vt:lpwstr>
  </property>
</Properties>
</file>