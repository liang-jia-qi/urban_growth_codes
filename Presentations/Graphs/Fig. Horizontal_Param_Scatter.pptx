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278688" cy="4133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95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9836" y="676536"/>
            <a:ext cx="5459016" cy="1439192"/>
          </a:xfrm>
        </p:spPr>
        <p:txBody>
          <a:bodyPr anchor="b"/>
          <a:lstStyle>
            <a:lvl1pPr algn="ctr">
              <a:defRPr sz="358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9836" y="2171228"/>
            <a:ext cx="5459016" cy="998057"/>
          </a:xfrm>
        </p:spPr>
        <p:txBody>
          <a:bodyPr/>
          <a:lstStyle>
            <a:lvl1pPr marL="0" indent="0" algn="ctr">
              <a:buNone/>
              <a:defRPr sz="1433"/>
            </a:lvl1pPr>
            <a:lvl2pPr marL="272948" indent="0" algn="ctr">
              <a:buNone/>
              <a:defRPr sz="1194"/>
            </a:lvl2pPr>
            <a:lvl3pPr marL="545897" indent="0" algn="ctr">
              <a:buNone/>
              <a:defRPr sz="1075"/>
            </a:lvl3pPr>
            <a:lvl4pPr marL="818845" indent="0" algn="ctr">
              <a:buNone/>
              <a:defRPr sz="955"/>
            </a:lvl4pPr>
            <a:lvl5pPr marL="1091794" indent="0" algn="ctr">
              <a:buNone/>
              <a:defRPr sz="955"/>
            </a:lvl5pPr>
            <a:lvl6pPr marL="1364742" indent="0" algn="ctr">
              <a:buNone/>
              <a:defRPr sz="955"/>
            </a:lvl6pPr>
            <a:lvl7pPr marL="1637690" indent="0" algn="ctr">
              <a:buNone/>
              <a:defRPr sz="955"/>
            </a:lvl7pPr>
            <a:lvl8pPr marL="1910639" indent="0" algn="ctr">
              <a:buNone/>
              <a:defRPr sz="955"/>
            </a:lvl8pPr>
            <a:lvl9pPr marL="2183587" indent="0" algn="ctr">
              <a:buNone/>
              <a:defRPr sz="95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05FE-D060-4F45-88B6-082E6316D1B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83718-A319-40C1-B517-6C2701667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123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05FE-D060-4F45-88B6-082E6316D1B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83718-A319-40C1-B517-6C2701667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62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619" y="1030593"/>
            <a:ext cx="6277868" cy="1719566"/>
          </a:xfrm>
        </p:spPr>
        <p:txBody>
          <a:bodyPr anchor="b"/>
          <a:lstStyle>
            <a:lvl1pPr>
              <a:defRPr sz="358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619" y="2766427"/>
            <a:ext cx="6277868" cy="904279"/>
          </a:xfrm>
        </p:spPr>
        <p:txBody>
          <a:bodyPr/>
          <a:lstStyle>
            <a:lvl1pPr marL="0" indent="0">
              <a:buNone/>
              <a:defRPr sz="1433">
                <a:solidFill>
                  <a:schemeClr val="tx1">
                    <a:tint val="82000"/>
                  </a:schemeClr>
                </a:solidFill>
              </a:defRPr>
            </a:lvl1pPr>
            <a:lvl2pPr marL="272948" indent="0">
              <a:buNone/>
              <a:defRPr sz="1194">
                <a:solidFill>
                  <a:schemeClr val="tx1">
                    <a:tint val="82000"/>
                  </a:schemeClr>
                </a:solidFill>
              </a:defRPr>
            </a:lvl2pPr>
            <a:lvl3pPr marL="545897" indent="0">
              <a:buNone/>
              <a:defRPr sz="1075">
                <a:solidFill>
                  <a:schemeClr val="tx1">
                    <a:tint val="82000"/>
                  </a:schemeClr>
                </a:solidFill>
              </a:defRPr>
            </a:lvl3pPr>
            <a:lvl4pPr marL="818845" indent="0">
              <a:buNone/>
              <a:defRPr sz="955">
                <a:solidFill>
                  <a:schemeClr val="tx1">
                    <a:tint val="82000"/>
                  </a:schemeClr>
                </a:solidFill>
              </a:defRPr>
            </a:lvl4pPr>
            <a:lvl5pPr marL="1091794" indent="0">
              <a:buNone/>
              <a:defRPr sz="955">
                <a:solidFill>
                  <a:schemeClr val="tx1">
                    <a:tint val="82000"/>
                  </a:schemeClr>
                </a:solidFill>
              </a:defRPr>
            </a:lvl5pPr>
            <a:lvl6pPr marL="1364742" indent="0">
              <a:buNone/>
              <a:defRPr sz="955">
                <a:solidFill>
                  <a:schemeClr val="tx1">
                    <a:tint val="82000"/>
                  </a:schemeClr>
                </a:solidFill>
              </a:defRPr>
            </a:lvl6pPr>
            <a:lvl7pPr marL="1637690" indent="0">
              <a:buNone/>
              <a:defRPr sz="955">
                <a:solidFill>
                  <a:schemeClr val="tx1">
                    <a:tint val="82000"/>
                  </a:schemeClr>
                </a:solidFill>
              </a:defRPr>
            </a:lvl7pPr>
            <a:lvl8pPr marL="1910639" indent="0">
              <a:buNone/>
              <a:defRPr sz="955">
                <a:solidFill>
                  <a:schemeClr val="tx1">
                    <a:tint val="82000"/>
                  </a:schemeClr>
                </a:solidFill>
              </a:defRPr>
            </a:lvl8pPr>
            <a:lvl9pPr marL="2183587" indent="0">
              <a:buNone/>
              <a:defRPr sz="95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05FE-D060-4F45-88B6-082E6316D1B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83718-A319-40C1-B517-6C2701667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37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0410" y="1100446"/>
            <a:ext cx="3093442" cy="26228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4836" y="1100446"/>
            <a:ext cx="3093442" cy="26228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05FE-D060-4F45-88B6-082E6316D1B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83718-A319-40C1-B517-6C2701667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024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358" y="220089"/>
            <a:ext cx="6277868" cy="7990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1358" y="1013368"/>
            <a:ext cx="3079226" cy="496636"/>
          </a:xfrm>
        </p:spPr>
        <p:txBody>
          <a:bodyPr anchor="b"/>
          <a:lstStyle>
            <a:lvl1pPr marL="0" indent="0">
              <a:buNone/>
              <a:defRPr sz="1433" b="1"/>
            </a:lvl1pPr>
            <a:lvl2pPr marL="272948" indent="0">
              <a:buNone/>
              <a:defRPr sz="1194" b="1"/>
            </a:lvl2pPr>
            <a:lvl3pPr marL="545897" indent="0">
              <a:buNone/>
              <a:defRPr sz="1075" b="1"/>
            </a:lvl3pPr>
            <a:lvl4pPr marL="818845" indent="0">
              <a:buNone/>
              <a:defRPr sz="955" b="1"/>
            </a:lvl4pPr>
            <a:lvl5pPr marL="1091794" indent="0">
              <a:buNone/>
              <a:defRPr sz="955" b="1"/>
            </a:lvl5pPr>
            <a:lvl6pPr marL="1364742" indent="0">
              <a:buNone/>
              <a:defRPr sz="955" b="1"/>
            </a:lvl6pPr>
            <a:lvl7pPr marL="1637690" indent="0">
              <a:buNone/>
              <a:defRPr sz="955" b="1"/>
            </a:lvl7pPr>
            <a:lvl8pPr marL="1910639" indent="0">
              <a:buNone/>
              <a:defRPr sz="955" b="1"/>
            </a:lvl8pPr>
            <a:lvl9pPr marL="2183587" indent="0">
              <a:buNone/>
              <a:defRPr sz="95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358" y="1510003"/>
            <a:ext cx="3079226" cy="2220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84836" y="1013368"/>
            <a:ext cx="3094390" cy="496636"/>
          </a:xfrm>
        </p:spPr>
        <p:txBody>
          <a:bodyPr anchor="b"/>
          <a:lstStyle>
            <a:lvl1pPr marL="0" indent="0">
              <a:buNone/>
              <a:defRPr sz="1433" b="1"/>
            </a:lvl1pPr>
            <a:lvl2pPr marL="272948" indent="0">
              <a:buNone/>
              <a:defRPr sz="1194" b="1"/>
            </a:lvl2pPr>
            <a:lvl3pPr marL="545897" indent="0">
              <a:buNone/>
              <a:defRPr sz="1075" b="1"/>
            </a:lvl3pPr>
            <a:lvl4pPr marL="818845" indent="0">
              <a:buNone/>
              <a:defRPr sz="955" b="1"/>
            </a:lvl4pPr>
            <a:lvl5pPr marL="1091794" indent="0">
              <a:buNone/>
              <a:defRPr sz="955" b="1"/>
            </a:lvl5pPr>
            <a:lvl6pPr marL="1364742" indent="0">
              <a:buNone/>
              <a:defRPr sz="955" b="1"/>
            </a:lvl6pPr>
            <a:lvl7pPr marL="1637690" indent="0">
              <a:buNone/>
              <a:defRPr sz="955" b="1"/>
            </a:lvl7pPr>
            <a:lvl8pPr marL="1910639" indent="0">
              <a:buNone/>
              <a:defRPr sz="955" b="1"/>
            </a:lvl8pPr>
            <a:lvl9pPr marL="2183587" indent="0">
              <a:buNone/>
              <a:defRPr sz="95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84836" y="1510003"/>
            <a:ext cx="3094390" cy="2220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05FE-D060-4F45-88B6-082E6316D1B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83718-A319-40C1-B517-6C2701667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26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05FE-D060-4F45-88B6-082E6316D1B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83718-A319-40C1-B517-6C2701667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19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05FE-D060-4F45-88B6-082E6316D1B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83718-A319-40C1-B517-6C2701667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72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358" y="275590"/>
            <a:ext cx="2347566" cy="964565"/>
          </a:xfrm>
        </p:spPr>
        <p:txBody>
          <a:bodyPr anchor="b"/>
          <a:lstStyle>
            <a:lvl1pPr>
              <a:defRPr sz="19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4390" y="595198"/>
            <a:ext cx="3684836" cy="2937713"/>
          </a:xfrm>
        </p:spPr>
        <p:txBody>
          <a:bodyPr/>
          <a:lstStyle>
            <a:lvl1pPr>
              <a:defRPr sz="1910"/>
            </a:lvl1pPr>
            <a:lvl2pPr>
              <a:defRPr sz="1672"/>
            </a:lvl2pPr>
            <a:lvl3pPr>
              <a:defRPr sz="1433"/>
            </a:lvl3pPr>
            <a:lvl4pPr>
              <a:defRPr sz="1194"/>
            </a:lvl4pPr>
            <a:lvl5pPr>
              <a:defRPr sz="1194"/>
            </a:lvl5pPr>
            <a:lvl6pPr>
              <a:defRPr sz="1194"/>
            </a:lvl6pPr>
            <a:lvl7pPr>
              <a:defRPr sz="1194"/>
            </a:lvl7pPr>
            <a:lvl8pPr>
              <a:defRPr sz="1194"/>
            </a:lvl8pPr>
            <a:lvl9pPr>
              <a:defRPr sz="11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1358" y="1240155"/>
            <a:ext cx="2347566" cy="2297541"/>
          </a:xfrm>
        </p:spPr>
        <p:txBody>
          <a:bodyPr/>
          <a:lstStyle>
            <a:lvl1pPr marL="0" indent="0">
              <a:buNone/>
              <a:defRPr sz="955"/>
            </a:lvl1pPr>
            <a:lvl2pPr marL="272948" indent="0">
              <a:buNone/>
              <a:defRPr sz="836"/>
            </a:lvl2pPr>
            <a:lvl3pPr marL="545897" indent="0">
              <a:buNone/>
              <a:defRPr sz="716"/>
            </a:lvl3pPr>
            <a:lvl4pPr marL="818845" indent="0">
              <a:buNone/>
              <a:defRPr sz="597"/>
            </a:lvl4pPr>
            <a:lvl5pPr marL="1091794" indent="0">
              <a:buNone/>
              <a:defRPr sz="597"/>
            </a:lvl5pPr>
            <a:lvl6pPr marL="1364742" indent="0">
              <a:buNone/>
              <a:defRPr sz="597"/>
            </a:lvl6pPr>
            <a:lvl7pPr marL="1637690" indent="0">
              <a:buNone/>
              <a:defRPr sz="597"/>
            </a:lvl7pPr>
            <a:lvl8pPr marL="1910639" indent="0">
              <a:buNone/>
              <a:defRPr sz="597"/>
            </a:lvl8pPr>
            <a:lvl9pPr marL="2183587" indent="0">
              <a:buNone/>
              <a:defRPr sz="5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05FE-D060-4F45-88B6-082E6316D1B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83718-A319-40C1-B517-6C2701667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817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358" y="275590"/>
            <a:ext cx="2347566" cy="964565"/>
          </a:xfrm>
        </p:spPr>
        <p:txBody>
          <a:bodyPr anchor="b"/>
          <a:lstStyle>
            <a:lvl1pPr>
              <a:defRPr sz="19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94390" y="595198"/>
            <a:ext cx="3684836" cy="2937713"/>
          </a:xfrm>
        </p:spPr>
        <p:txBody>
          <a:bodyPr anchor="t"/>
          <a:lstStyle>
            <a:lvl1pPr marL="0" indent="0">
              <a:buNone/>
              <a:defRPr sz="1910"/>
            </a:lvl1pPr>
            <a:lvl2pPr marL="272948" indent="0">
              <a:buNone/>
              <a:defRPr sz="1672"/>
            </a:lvl2pPr>
            <a:lvl3pPr marL="545897" indent="0">
              <a:buNone/>
              <a:defRPr sz="1433"/>
            </a:lvl3pPr>
            <a:lvl4pPr marL="818845" indent="0">
              <a:buNone/>
              <a:defRPr sz="1194"/>
            </a:lvl4pPr>
            <a:lvl5pPr marL="1091794" indent="0">
              <a:buNone/>
              <a:defRPr sz="1194"/>
            </a:lvl5pPr>
            <a:lvl6pPr marL="1364742" indent="0">
              <a:buNone/>
              <a:defRPr sz="1194"/>
            </a:lvl6pPr>
            <a:lvl7pPr marL="1637690" indent="0">
              <a:buNone/>
              <a:defRPr sz="1194"/>
            </a:lvl7pPr>
            <a:lvl8pPr marL="1910639" indent="0">
              <a:buNone/>
              <a:defRPr sz="1194"/>
            </a:lvl8pPr>
            <a:lvl9pPr marL="2183587" indent="0">
              <a:buNone/>
              <a:defRPr sz="119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1358" y="1240155"/>
            <a:ext cx="2347566" cy="2297541"/>
          </a:xfrm>
        </p:spPr>
        <p:txBody>
          <a:bodyPr/>
          <a:lstStyle>
            <a:lvl1pPr marL="0" indent="0">
              <a:buNone/>
              <a:defRPr sz="955"/>
            </a:lvl1pPr>
            <a:lvl2pPr marL="272948" indent="0">
              <a:buNone/>
              <a:defRPr sz="836"/>
            </a:lvl2pPr>
            <a:lvl3pPr marL="545897" indent="0">
              <a:buNone/>
              <a:defRPr sz="716"/>
            </a:lvl3pPr>
            <a:lvl4pPr marL="818845" indent="0">
              <a:buNone/>
              <a:defRPr sz="597"/>
            </a:lvl4pPr>
            <a:lvl5pPr marL="1091794" indent="0">
              <a:buNone/>
              <a:defRPr sz="597"/>
            </a:lvl5pPr>
            <a:lvl6pPr marL="1364742" indent="0">
              <a:buNone/>
              <a:defRPr sz="597"/>
            </a:lvl6pPr>
            <a:lvl7pPr marL="1637690" indent="0">
              <a:buNone/>
              <a:defRPr sz="597"/>
            </a:lvl7pPr>
            <a:lvl8pPr marL="1910639" indent="0">
              <a:buNone/>
              <a:defRPr sz="597"/>
            </a:lvl8pPr>
            <a:lvl9pPr marL="2183587" indent="0">
              <a:buNone/>
              <a:defRPr sz="5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05FE-D060-4F45-88B6-082E6316D1B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83718-A319-40C1-B517-6C2701667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37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05FE-D060-4F45-88B6-082E6316D1B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83718-A319-40C1-B517-6C2701667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919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08811" y="220089"/>
            <a:ext cx="1569467" cy="35032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0410" y="220089"/>
            <a:ext cx="4617418" cy="35032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D05FE-D060-4F45-88B6-082E6316D1B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83718-A319-40C1-B517-6C2701667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950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0410" y="220089"/>
            <a:ext cx="6277868" cy="799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410" y="1100446"/>
            <a:ext cx="6277868" cy="2622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0410" y="3831467"/>
            <a:ext cx="1637705" cy="220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D05FE-D060-4F45-88B6-082E6316D1B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11066" y="3831467"/>
            <a:ext cx="2456557" cy="220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40573" y="3831467"/>
            <a:ext cx="1637705" cy="220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683718-A319-40C1-B517-6C2701667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09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45897" rtl="0" eaLnBrk="1" latinLnBrk="0" hangingPunct="1">
        <a:lnSpc>
          <a:spcPct val="90000"/>
        </a:lnSpc>
        <a:spcBef>
          <a:spcPct val="0"/>
        </a:spcBef>
        <a:buNone/>
        <a:defRPr sz="26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6474" indent="-136474" algn="l" defTabSz="545897" rtl="0" eaLnBrk="1" latinLnBrk="0" hangingPunct="1">
        <a:lnSpc>
          <a:spcPct val="90000"/>
        </a:lnSpc>
        <a:spcBef>
          <a:spcPts val="597"/>
        </a:spcBef>
        <a:buFont typeface="Arial" panose="020B0604020202020204" pitchFamily="34" charset="0"/>
        <a:buChar char="•"/>
        <a:defRPr sz="1672" kern="1200">
          <a:solidFill>
            <a:schemeClr val="tx1"/>
          </a:solidFill>
          <a:latin typeface="+mn-lt"/>
          <a:ea typeface="+mn-ea"/>
          <a:cs typeface="+mn-cs"/>
        </a:defRPr>
      </a:lvl1pPr>
      <a:lvl2pPr marL="409423" indent="-136474" algn="l" defTabSz="545897" rtl="0" eaLnBrk="1" latinLnBrk="0" hangingPunct="1">
        <a:lnSpc>
          <a:spcPct val="90000"/>
        </a:lnSpc>
        <a:spcBef>
          <a:spcPts val="299"/>
        </a:spcBef>
        <a:buFont typeface="Arial" panose="020B0604020202020204" pitchFamily="34" charset="0"/>
        <a:buChar char="•"/>
        <a:defRPr sz="1433" kern="1200">
          <a:solidFill>
            <a:schemeClr val="tx1"/>
          </a:solidFill>
          <a:latin typeface="+mn-lt"/>
          <a:ea typeface="+mn-ea"/>
          <a:cs typeface="+mn-cs"/>
        </a:defRPr>
      </a:lvl2pPr>
      <a:lvl3pPr marL="682371" indent="-136474" algn="l" defTabSz="545897" rtl="0" eaLnBrk="1" latinLnBrk="0" hangingPunct="1">
        <a:lnSpc>
          <a:spcPct val="90000"/>
        </a:lnSpc>
        <a:spcBef>
          <a:spcPts val="299"/>
        </a:spcBef>
        <a:buFont typeface="Arial" panose="020B0604020202020204" pitchFamily="34" charset="0"/>
        <a:buChar char="•"/>
        <a:defRPr sz="1194" kern="1200">
          <a:solidFill>
            <a:schemeClr val="tx1"/>
          </a:solidFill>
          <a:latin typeface="+mn-lt"/>
          <a:ea typeface="+mn-ea"/>
          <a:cs typeface="+mn-cs"/>
        </a:defRPr>
      </a:lvl3pPr>
      <a:lvl4pPr marL="955319" indent="-136474" algn="l" defTabSz="545897" rtl="0" eaLnBrk="1" latinLnBrk="0" hangingPunct="1">
        <a:lnSpc>
          <a:spcPct val="90000"/>
        </a:lnSpc>
        <a:spcBef>
          <a:spcPts val="299"/>
        </a:spcBef>
        <a:buFont typeface="Arial" panose="020B0604020202020204" pitchFamily="34" charset="0"/>
        <a:buChar char="•"/>
        <a:defRPr sz="1075" kern="1200">
          <a:solidFill>
            <a:schemeClr val="tx1"/>
          </a:solidFill>
          <a:latin typeface="+mn-lt"/>
          <a:ea typeface="+mn-ea"/>
          <a:cs typeface="+mn-cs"/>
        </a:defRPr>
      </a:lvl4pPr>
      <a:lvl5pPr marL="1228268" indent="-136474" algn="l" defTabSz="545897" rtl="0" eaLnBrk="1" latinLnBrk="0" hangingPunct="1">
        <a:lnSpc>
          <a:spcPct val="90000"/>
        </a:lnSpc>
        <a:spcBef>
          <a:spcPts val="299"/>
        </a:spcBef>
        <a:buFont typeface="Arial" panose="020B0604020202020204" pitchFamily="34" charset="0"/>
        <a:buChar char="•"/>
        <a:defRPr sz="1075" kern="1200">
          <a:solidFill>
            <a:schemeClr val="tx1"/>
          </a:solidFill>
          <a:latin typeface="+mn-lt"/>
          <a:ea typeface="+mn-ea"/>
          <a:cs typeface="+mn-cs"/>
        </a:defRPr>
      </a:lvl5pPr>
      <a:lvl6pPr marL="1501216" indent="-136474" algn="l" defTabSz="545897" rtl="0" eaLnBrk="1" latinLnBrk="0" hangingPunct="1">
        <a:lnSpc>
          <a:spcPct val="90000"/>
        </a:lnSpc>
        <a:spcBef>
          <a:spcPts val="299"/>
        </a:spcBef>
        <a:buFont typeface="Arial" panose="020B0604020202020204" pitchFamily="34" charset="0"/>
        <a:buChar char="•"/>
        <a:defRPr sz="1075" kern="1200">
          <a:solidFill>
            <a:schemeClr val="tx1"/>
          </a:solidFill>
          <a:latin typeface="+mn-lt"/>
          <a:ea typeface="+mn-ea"/>
          <a:cs typeface="+mn-cs"/>
        </a:defRPr>
      </a:lvl6pPr>
      <a:lvl7pPr marL="1774165" indent="-136474" algn="l" defTabSz="545897" rtl="0" eaLnBrk="1" latinLnBrk="0" hangingPunct="1">
        <a:lnSpc>
          <a:spcPct val="90000"/>
        </a:lnSpc>
        <a:spcBef>
          <a:spcPts val="299"/>
        </a:spcBef>
        <a:buFont typeface="Arial" panose="020B0604020202020204" pitchFamily="34" charset="0"/>
        <a:buChar char="•"/>
        <a:defRPr sz="1075" kern="1200">
          <a:solidFill>
            <a:schemeClr val="tx1"/>
          </a:solidFill>
          <a:latin typeface="+mn-lt"/>
          <a:ea typeface="+mn-ea"/>
          <a:cs typeface="+mn-cs"/>
        </a:defRPr>
      </a:lvl7pPr>
      <a:lvl8pPr marL="2047113" indent="-136474" algn="l" defTabSz="545897" rtl="0" eaLnBrk="1" latinLnBrk="0" hangingPunct="1">
        <a:lnSpc>
          <a:spcPct val="90000"/>
        </a:lnSpc>
        <a:spcBef>
          <a:spcPts val="299"/>
        </a:spcBef>
        <a:buFont typeface="Arial" panose="020B0604020202020204" pitchFamily="34" charset="0"/>
        <a:buChar char="•"/>
        <a:defRPr sz="1075" kern="1200">
          <a:solidFill>
            <a:schemeClr val="tx1"/>
          </a:solidFill>
          <a:latin typeface="+mn-lt"/>
          <a:ea typeface="+mn-ea"/>
          <a:cs typeface="+mn-cs"/>
        </a:defRPr>
      </a:lvl8pPr>
      <a:lvl9pPr marL="2320061" indent="-136474" algn="l" defTabSz="545897" rtl="0" eaLnBrk="1" latinLnBrk="0" hangingPunct="1">
        <a:lnSpc>
          <a:spcPct val="90000"/>
        </a:lnSpc>
        <a:spcBef>
          <a:spcPts val="299"/>
        </a:spcBef>
        <a:buFont typeface="Arial" panose="020B0604020202020204" pitchFamily="34" charset="0"/>
        <a:buChar char="•"/>
        <a:defRPr sz="10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5897" rtl="0" eaLnBrk="1" latinLnBrk="0" hangingPunct="1">
        <a:defRPr sz="1075" kern="1200">
          <a:solidFill>
            <a:schemeClr val="tx1"/>
          </a:solidFill>
          <a:latin typeface="+mn-lt"/>
          <a:ea typeface="+mn-ea"/>
          <a:cs typeface="+mn-cs"/>
        </a:defRPr>
      </a:lvl1pPr>
      <a:lvl2pPr marL="272948" algn="l" defTabSz="545897" rtl="0" eaLnBrk="1" latinLnBrk="0" hangingPunct="1">
        <a:defRPr sz="1075" kern="1200">
          <a:solidFill>
            <a:schemeClr val="tx1"/>
          </a:solidFill>
          <a:latin typeface="+mn-lt"/>
          <a:ea typeface="+mn-ea"/>
          <a:cs typeface="+mn-cs"/>
        </a:defRPr>
      </a:lvl2pPr>
      <a:lvl3pPr marL="545897" algn="l" defTabSz="545897" rtl="0" eaLnBrk="1" latinLnBrk="0" hangingPunct="1">
        <a:defRPr sz="1075" kern="1200">
          <a:solidFill>
            <a:schemeClr val="tx1"/>
          </a:solidFill>
          <a:latin typeface="+mn-lt"/>
          <a:ea typeface="+mn-ea"/>
          <a:cs typeface="+mn-cs"/>
        </a:defRPr>
      </a:lvl3pPr>
      <a:lvl4pPr marL="818845" algn="l" defTabSz="545897" rtl="0" eaLnBrk="1" latinLnBrk="0" hangingPunct="1">
        <a:defRPr sz="1075" kern="1200">
          <a:solidFill>
            <a:schemeClr val="tx1"/>
          </a:solidFill>
          <a:latin typeface="+mn-lt"/>
          <a:ea typeface="+mn-ea"/>
          <a:cs typeface="+mn-cs"/>
        </a:defRPr>
      </a:lvl4pPr>
      <a:lvl5pPr marL="1091794" algn="l" defTabSz="545897" rtl="0" eaLnBrk="1" latinLnBrk="0" hangingPunct="1">
        <a:defRPr sz="1075" kern="1200">
          <a:solidFill>
            <a:schemeClr val="tx1"/>
          </a:solidFill>
          <a:latin typeface="+mn-lt"/>
          <a:ea typeface="+mn-ea"/>
          <a:cs typeface="+mn-cs"/>
        </a:defRPr>
      </a:lvl5pPr>
      <a:lvl6pPr marL="1364742" algn="l" defTabSz="545897" rtl="0" eaLnBrk="1" latinLnBrk="0" hangingPunct="1">
        <a:defRPr sz="1075" kern="1200">
          <a:solidFill>
            <a:schemeClr val="tx1"/>
          </a:solidFill>
          <a:latin typeface="+mn-lt"/>
          <a:ea typeface="+mn-ea"/>
          <a:cs typeface="+mn-cs"/>
        </a:defRPr>
      </a:lvl6pPr>
      <a:lvl7pPr marL="1637690" algn="l" defTabSz="545897" rtl="0" eaLnBrk="1" latinLnBrk="0" hangingPunct="1">
        <a:defRPr sz="1075" kern="1200">
          <a:solidFill>
            <a:schemeClr val="tx1"/>
          </a:solidFill>
          <a:latin typeface="+mn-lt"/>
          <a:ea typeface="+mn-ea"/>
          <a:cs typeface="+mn-cs"/>
        </a:defRPr>
      </a:lvl7pPr>
      <a:lvl8pPr marL="1910639" algn="l" defTabSz="545897" rtl="0" eaLnBrk="1" latinLnBrk="0" hangingPunct="1">
        <a:defRPr sz="1075" kern="1200">
          <a:solidFill>
            <a:schemeClr val="tx1"/>
          </a:solidFill>
          <a:latin typeface="+mn-lt"/>
          <a:ea typeface="+mn-ea"/>
          <a:cs typeface="+mn-cs"/>
        </a:defRPr>
      </a:lvl8pPr>
      <a:lvl9pPr marL="2183587" algn="l" defTabSz="545897" rtl="0" eaLnBrk="1" latinLnBrk="0" hangingPunct="1">
        <a:defRPr sz="10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74F5ED7-57D3-A2AE-E351-73883F759CB5}"/>
              </a:ext>
            </a:extLst>
          </p:cNvPr>
          <p:cNvGrpSpPr/>
          <p:nvPr/>
        </p:nvGrpSpPr>
        <p:grpSpPr>
          <a:xfrm>
            <a:off x="151983" y="37580"/>
            <a:ext cx="7026244" cy="3982085"/>
            <a:chOff x="3382645" y="4492625"/>
            <a:chExt cx="7026244" cy="3982085"/>
          </a:xfrm>
        </p:grpSpPr>
        <p:pic>
          <p:nvPicPr>
            <p:cNvPr id="6" name="图片 124" descr="horizontal_scatter">
              <a:extLst>
                <a:ext uri="{FF2B5EF4-FFF2-40B4-BE49-F238E27FC236}">
                  <a16:creationId xmlns:a16="http://schemas.microsoft.com/office/drawing/2014/main" id="{FF665B76-8661-0585-A86C-CA6EB426E4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480435" y="5157470"/>
              <a:ext cx="6781800" cy="2667000"/>
            </a:xfrm>
            <a:prstGeom prst="rect">
              <a:avLst/>
            </a:prstGeom>
          </p:spPr>
        </p:pic>
        <p:grpSp>
          <p:nvGrpSpPr>
            <p:cNvPr id="7" name="组合 72">
              <a:extLst>
                <a:ext uri="{FF2B5EF4-FFF2-40B4-BE49-F238E27FC236}">
                  <a16:creationId xmlns:a16="http://schemas.microsoft.com/office/drawing/2014/main" id="{02B5E9D6-0B4A-18AB-3500-0FCD2FC33C70}"/>
                </a:ext>
              </a:extLst>
            </p:cNvPr>
            <p:cNvGrpSpPr/>
            <p:nvPr/>
          </p:nvGrpSpPr>
          <p:grpSpPr>
            <a:xfrm>
              <a:off x="3382645" y="4492625"/>
              <a:ext cx="3509010" cy="3488055"/>
              <a:chOff x="1155" y="-568"/>
              <a:chExt cx="9823" cy="9764"/>
            </a:xfrm>
          </p:grpSpPr>
          <p:grpSp>
            <p:nvGrpSpPr>
              <p:cNvPr id="47" name="组合 73">
                <a:extLst>
                  <a:ext uri="{FF2B5EF4-FFF2-40B4-BE49-F238E27FC236}">
                    <a16:creationId xmlns:a16="http://schemas.microsoft.com/office/drawing/2014/main" id="{61A28C27-7DA1-5570-EA36-A0010CCC9991}"/>
                  </a:ext>
                </a:extLst>
              </p:cNvPr>
              <p:cNvGrpSpPr/>
              <p:nvPr/>
            </p:nvGrpSpPr>
            <p:grpSpPr>
              <a:xfrm>
                <a:off x="1155" y="1258"/>
                <a:ext cx="9823" cy="7938"/>
                <a:chOff x="1155" y="1258"/>
                <a:chExt cx="9823" cy="7938"/>
              </a:xfrm>
            </p:grpSpPr>
            <p:sp>
              <p:nvSpPr>
                <p:cNvPr id="53" name="矩形 76">
                  <a:extLst>
                    <a:ext uri="{FF2B5EF4-FFF2-40B4-BE49-F238E27FC236}">
                      <a16:creationId xmlns:a16="http://schemas.microsoft.com/office/drawing/2014/main" id="{D6427437-4AE7-0734-6AC6-66451ECA88B2}"/>
                    </a:ext>
                  </a:extLst>
                </p:cNvPr>
                <p:cNvSpPr/>
                <p:nvPr/>
              </p:nvSpPr>
              <p:spPr>
                <a:xfrm>
                  <a:off x="1584" y="2085"/>
                  <a:ext cx="544" cy="647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125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4" name="矩形 77">
                  <a:extLst>
                    <a:ext uri="{FF2B5EF4-FFF2-40B4-BE49-F238E27FC236}">
                      <a16:creationId xmlns:a16="http://schemas.microsoft.com/office/drawing/2014/main" id="{04756979-EEB3-80E2-2CC8-9F9FC6A5C1F5}"/>
                    </a:ext>
                  </a:extLst>
                </p:cNvPr>
                <p:cNvSpPr/>
                <p:nvPr/>
              </p:nvSpPr>
              <p:spPr>
                <a:xfrm rot="5400000">
                  <a:off x="6142" y="4180"/>
                  <a:ext cx="750" cy="87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125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" name="文本框 78">
                  <a:extLst>
                    <a:ext uri="{FF2B5EF4-FFF2-40B4-BE49-F238E27FC236}">
                      <a16:creationId xmlns:a16="http://schemas.microsoft.com/office/drawing/2014/main" id="{0D986719-231F-2021-BBB6-832B34CDE5F1}"/>
                    </a:ext>
                  </a:extLst>
                </p:cNvPr>
                <p:cNvSpPr txBox="1"/>
                <p:nvPr/>
              </p:nvSpPr>
              <p:spPr>
                <a:xfrm>
                  <a:off x="5929" y="8196"/>
                  <a:ext cx="885" cy="3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r>
                    <a:rPr lang="en-US" altLang="zh-CN" sz="1125">
                      <a:latin typeface="Arial" panose="020B0604020202020204" pitchFamily="34" charset="0"/>
                      <a:cs typeface="Arial" panose="020B0604020202020204" pitchFamily="34" charset="0"/>
                    </a:rPr>
                    <a:t>50%</a:t>
                  </a:r>
                </a:p>
              </p:txBody>
            </p:sp>
            <p:sp>
              <p:nvSpPr>
                <p:cNvPr id="56" name="文本框 79">
                  <a:extLst>
                    <a:ext uri="{FF2B5EF4-FFF2-40B4-BE49-F238E27FC236}">
                      <a16:creationId xmlns:a16="http://schemas.microsoft.com/office/drawing/2014/main" id="{5675CE92-AF50-C965-191C-2CD7BF3FAF16}"/>
                    </a:ext>
                  </a:extLst>
                </p:cNvPr>
                <p:cNvSpPr txBox="1"/>
                <p:nvPr/>
              </p:nvSpPr>
              <p:spPr>
                <a:xfrm>
                  <a:off x="9935" y="8196"/>
                  <a:ext cx="1043" cy="3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r>
                    <a:rPr lang="en-US" altLang="zh-CN" sz="1125">
                      <a:latin typeface="Arial" panose="020B0604020202020204" pitchFamily="34" charset="0"/>
                      <a:cs typeface="Arial" panose="020B0604020202020204" pitchFamily="34" charset="0"/>
                    </a:rPr>
                    <a:t>100%</a:t>
                  </a:r>
                </a:p>
              </p:txBody>
            </p:sp>
            <p:sp>
              <p:nvSpPr>
                <p:cNvPr id="57" name="文本框 80">
                  <a:extLst>
                    <a:ext uri="{FF2B5EF4-FFF2-40B4-BE49-F238E27FC236}">
                      <a16:creationId xmlns:a16="http://schemas.microsoft.com/office/drawing/2014/main" id="{2482C90F-F05E-37FC-56A5-2A5306A602CE}"/>
                    </a:ext>
                  </a:extLst>
                </p:cNvPr>
                <p:cNvSpPr txBox="1"/>
                <p:nvPr/>
              </p:nvSpPr>
              <p:spPr>
                <a:xfrm>
                  <a:off x="1946" y="8194"/>
                  <a:ext cx="713" cy="3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r"/>
                  <a:r>
                    <a:rPr lang="en-US" altLang="zh-CN" sz="1125">
                      <a:latin typeface="Arial" panose="020B0604020202020204" pitchFamily="34" charset="0"/>
                      <a:cs typeface="Arial" panose="020B0604020202020204" pitchFamily="34" charset="0"/>
                    </a:rPr>
                    <a:t>0%</a:t>
                  </a:r>
                </a:p>
              </p:txBody>
            </p:sp>
            <p:sp>
              <p:nvSpPr>
                <p:cNvPr id="58" name="文本框 81">
                  <a:extLst>
                    <a:ext uri="{FF2B5EF4-FFF2-40B4-BE49-F238E27FC236}">
                      <a16:creationId xmlns:a16="http://schemas.microsoft.com/office/drawing/2014/main" id="{9026FC6E-8431-B650-F74E-CEDBF635EAD2}"/>
                    </a:ext>
                  </a:extLst>
                </p:cNvPr>
                <p:cNvSpPr txBox="1"/>
                <p:nvPr/>
              </p:nvSpPr>
              <p:spPr>
                <a:xfrm>
                  <a:off x="1368" y="2050"/>
                  <a:ext cx="724" cy="3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r"/>
                  <a:r>
                    <a:rPr lang="en-US" altLang="zh-CN" sz="1125">
                      <a:latin typeface="Arial" panose="020B0604020202020204" pitchFamily="34" charset="0"/>
                      <a:cs typeface="Arial" panose="020B0604020202020204" pitchFamily="34" charset="0"/>
                    </a:rPr>
                    <a:t>0.6</a:t>
                  </a:r>
                </a:p>
              </p:txBody>
            </p:sp>
            <p:sp>
              <p:nvSpPr>
                <p:cNvPr id="59" name="文本框 82">
                  <a:extLst>
                    <a:ext uri="{FF2B5EF4-FFF2-40B4-BE49-F238E27FC236}">
                      <a16:creationId xmlns:a16="http://schemas.microsoft.com/office/drawing/2014/main" id="{68CC70CB-C08F-BDCD-9231-09369C6A85FB}"/>
                    </a:ext>
                  </a:extLst>
                </p:cNvPr>
                <p:cNvSpPr txBox="1"/>
                <p:nvPr/>
              </p:nvSpPr>
              <p:spPr>
                <a:xfrm>
                  <a:off x="1155" y="4932"/>
                  <a:ext cx="936" cy="3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r"/>
                  <a:r>
                    <a:rPr lang="en-US" altLang="zh-CN" sz="1125">
                      <a:latin typeface="Arial" panose="020B0604020202020204" pitchFamily="34" charset="0"/>
                      <a:cs typeface="Arial" panose="020B0604020202020204" pitchFamily="34" charset="0"/>
                    </a:rPr>
                    <a:t>0.3</a:t>
                  </a:r>
                </a:p>
              </p:txBody>
            </p:sp>
            <p:sp>
              <p:nvSpPr>
                <p:cNvPr id="60" name="文本框 83">
                  <a:extLst>
                    <a:ext uri="{FF2B5EF4-FFF2-40B4-BE49-F238E27FC236}">
                      <a16:creationId xmlns:a16="http://schemas.microsoft.com/office/drawing/2014/main" id="{C679FDB5-C687-B77D-2CA7-CC0E5801FEA3}"/>
                    </a:ext>
                  </a:extLst>
                </p:cNvPr>
                <p:cNvSpPr txBox="1"/>
                <p:nvPr/>
              </p:nvSpPr>
              <p:spPr>
                <a:xfrm>
                  <a:off x="1608" y="1258"/>
                  <a:ext cx="543" cy="3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/>
                  <a:r>
                    <a:rPr lang="en-US" altLang="zh-CN" sz="1350" i="1">
                      <a:latin typeface="Arial" panose="020B0604020202020204" pitchFamily="34" charset="0"/>
                      <a:cs typeface="Arial" panose="020B0604020202020204" pitchFamily="34" charset="0"/>
                    </a:rPr>
                    <a:t>β</a:t>
                  </a:r>
                </a:p>
              </p:txBody>
            </p:sp>
            <p:sp>
              <p:nvSpPr>
                <p:cNvPr id="61" name="文本框 84">
                  <a:extLst>
                    <a:ext uri="{FF2B5EF4-FFF2-40B4-BE49-F238E27FC236}">
                      <a16:creationId xmlns:a16="http://schemas.microsoft.com/office/drawing/2014/main" id="{5ED0EF00-D35D-6015-DC11-517218EC9A42}"/>
                    </a:ext>
                  </a:extLst>
                </p:cNvPr>
                <p:cNvSpPr txBox="1"/>
                <p:nvPr/>
              </p:nvSpPr>
              <p:spPr>
                <a:xfrm>
                  <a:off x="7700" y="8760"/>
                  <a:ext cx="3099" cy="43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r"/>
                  <a:r>
                    <a:rPr lang="en-US" altLang="zh-CN" sz="135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probability(α)</a:t>
                  </a:r>
                </a:p>
              </p:txBody>
            </p:sp>
            <p:sp>
              <p:nvSpPr>
                <p:cNvPr id="62" name="文本框 85">
                  <a:extLst>
                    <a:ext uri="{FF2B5EF4-FFF2-40B4-BE49-F238E27FC236}">
                      <a16:creationId xmlns:a16="http://schemas.microsoft.com/office/drawing/2014/main" id="{2EFB9297-65BF-0D1F-C32D-D1CBF70C8E60}"/>
                    </a:ext>
                  </a:extLst>
                </p:cNvPr>
                <p:cNvSpPr txBox="1"/>
                <p:nvPr/>
              </p:nvSpPr>
              <p:spPr>
                <a:xfrm>
                  <a:off x="7886" y="4932"/>
                  <a:ext cx="3042" cy="6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15" i="1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mean </a:t>
                  </a:r>
                  <a:r>
                    <a:rPr lang="en-US" altLang="zh-CN" sz="1015" i="1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+mn-ea"/>
                    </a:rPr>
                    <a:t>β = 0.3</a:t>
                  </a: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8" name="文本框 86">
                    <a:extLst>
                      <a:ext uri="{FF2B5EF4-FFF2-40B4-BE49-F238E27FC236}">
                        <a16:creationId xmlns:a16="http://schemas.microsoft.com/office/drawing/2014/main" id="{10D8439F-4A05-2D13-8C5D-EC003D2C77E6}"/>
                      </a:ext>
                    </a:extLst>
                  </p:cNvPr>
                  <p:cNvSpPr txBox="1"/>
                  <p:nvPr/>
                </p:nvSpPr>
                <p:spPr>
                  <a:xfrm>
                    <a:off x="2895" y="-568"/>
                    <a:ext cx="7243" cy="14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(a) Horizontal Constraint</a:t>
                    </a:r>
                    <a:endParaRPr lang="en-US" altLang="zh-CN" sz="1400" i="1" dirty="0">
                      <a:latin typeface="Arial" panose="020B0604020202020204" pitchFamily="34" charset="0"/>
                      <a:ea typeface="MS Mincho" charset="0"/>
                      <a:cs typeface="Arial" panose="020B0604020202020204" pitchFamily="34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CN" sz="1400" b="0" i="0" smtClean="0">
                              <a:latin typeface="Arial" panose="020B0604020202020204" pitchFamily="34" charset="0"/>
                              <a:ea typeface="MS Mincho" charset="0"/>
                              <a:cs typeface="Arial" panose="020B0604020202020204" pitchFamily="34" charset="0"/>
                            </a:rPr>
                            <m:t>logistic</m:t>
                          </m:r>
                          <m:d>
                            <m:d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charset="0"/>
                                </a:rPr>
                                <m:t>𝛼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charset="0"/>
                                </a:rPr>
                                <m:t>𝛽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</m:d>
                        </m:oMath>
                      </m:oMathPara>
                    </a14:m>
                    <a:endParaRPr lang="en-US" altLang="zh-CN" sz="1400" i="1" dirty="0">
                      <a:latin typeface="Arial" panose="020B0604020202020204" pitchFamily="34" charset="0"/>
                      <a:ea typeface="MS Mincho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48" name="文本框 86">
                    <a:extLst>
                      <a:ext uri="{FF2B5EF4-FFF2-40B4-BE49-F238E27FC236}">
                        <a16:creationId xmlns:a16="http://schemas.microsoft.com/office/drawing/2014/main" id="{10D8439F-4A05-2D13-8C5D-EC003D2C77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5" y="-568"/>
                    <a:ext cx="7243" cy="14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2326" b="-58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9" name="文本框 87">
                <a:extLst>
                  <a:ext uri="{FF2B5EF4-FFF2-40B4-BE49-F238E27FC236}">
                    <a16:creationId xmlns:a16="http://schemas.microsoft.com/office/drawing/2014/main" id="{836620B4-7C35-7F82-C3C9-9B2EA3A1B2F2}"/>
                  </a:ext>
                </a:extLst>
              </p:cNvPr>
              <p:cNvSpPr txBox="1"/>
              <p:nvPr/>
            </p:nvSpPr>
            <p:spPr>
              <a:xfrm>
                <a:off x="2364" y="7446"/>
                <a:ext cx="3436" cy="688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en-US" altLang="zh-CN" sz="800" b="1" i="1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Uniformly open</a:t>
                </a:r>
              </a:p>
              <a:p>
                <a:pPr lvl="0" algn="l">
                  <a:buClrTx/>
                  <a:buSzTx/>
                  <a:buFontTx/>
                </a:pPr>
                <a:r>
                  <a:rPr lang="en-US" altLang="zh-CN" sz="800" i="1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28% / 30% (2016 / 2023)</a:t>
                </a:r>
              </a:p>
            </p:txBody>
          </p:sp>
          <p:sp>
            <p:nvSpPr>
              <p:cNvPr id="50" name="文本框 88">
                <a:extLst>
                  <a:ext uri="{FF2B5EF4-FFF2-40B4-BE49-F238E27FC236}">
                    <a16:creationId xmlns:a16="http://schemas.microsoft.com/office/drawing/2014/main" id="{B17CB746-717B-1C49-7E00-BE304AB75D73}"/>
                  </a:ext>
                </a:extLst>
              </p:cNvPr>
              <p:cNvSpPr txBox="1"/>
              <p:nvPr/>
            </p:nvSpPr>
            <p:spPr>
              <a:xfrm>
                <a:off x="7972" y="894"/>
                <a:ext cx="2825" cy="688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lvl="0" algn="r">
                  <a:buClrTx/>
                  <a:buSzTx/>
                  <a:buFontTx/>
                </a:pPr>
                <a:r>
                  <a:rPr lang="en-US" altLang="zh-CN" sz="800" b="1" i="1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Locked</a:t>
                </a:r>
              </a:p>
              <a:p>
                <a:pPr lvl="0" algn="r">
                  <a:buClrTx/>
                  <a:buSzTx/>
                  <a:buFontTx/>
                </a:pPr>
                <a:r>
                  <a:rPr lang="en-US" altLang="zh-CN" sz="800" i="1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1% / 1% (2016 / 2023)</a:t>
                </a:r>
              </a:p>
            </p:txBody>
          </p:sp>
          <p:sp>
            <p:nvSpPr>
              <p:cNvPr id="51" name="文本框 89">
                <a:extLst>
                  <a:ext uri="{FF2B5EF4-FFF2-40B4-BE49-F238E27FC236}">
                    <a16:creationId xmlns:a16="http://schemas.microsoft.com/office/drawing/2014/main" id="{B48839FE-56DF-555C-9924-E87F1CA4AF00}"/>
                  </a:ext>
                </a:extLst>
              </p:cNvPr>
              <p:cNvSpPr txBox="1"/>
              <p:nvPr/>
            </p:nvSpPr>
            <p:spPr>
              <a:xfrm>
                <a:off x="2273" y="894"/>
                <a:ext cx="3529" cy="688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en-US" altLang="zh-CN" sz="800" b="1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Edge-constrained</a:t>
                </a:r>
              </a:p>
              <a:p>
                <a:pPr lvl="0" algn="l">
                  <a:buClrTx/>
                  <a:buSzTx/>
                  <a:buFontTx/>
                </a:pPr>
                <a:r>
                  <a:rPr lang="en-US" altLang="zh-CN" sz="8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45% / 44% (2016 / 2023)</a:t>
                </a:r>
                <a:endParaRPr lang="en-US" altLang="zh-CN" sz="800" i="1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  <a:sym typeface="+mn-ea"/>
                </a:endParaRPr>
              </a:p>
            </p:txBody>
          </p:sp>
          <p:sp>
            <p:nvSpPr>
              <p:cNvPr id="52" name="文本框 90">
                <a:extLst>
                  <a:ext uri="{FF2B5EF4-FFF2-40B4-BE49-F238E27FC236}">
                    <a16:creationId xmlns:a16="http://schemas.microsoft.com/office/drawing/2014/main" id="{BC1B919C-91AB-B033-C0B3-63AC899E76C7}"/>
                  </a:ext>
                </a:extLst>
              </p:cNvPr>
              <p:cNvSpPr txBox="1"/>
              <p:nvPr/>
            </p:nvSpPr>
            <p:spPr>
              <a:xfrm>
                <a:off x="7570" y="7446"/>
                <a:ext cx="3227" cy="688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lvl="0" algn="r">
                  <a:buClrTx/>
                  <a:buSzTx/>
                  <a:buFontTx/>
                </a:pPr>
                <a:r>
                  <a:rPr lang="en-US" altLang="zh-CN" sz="800" b="1" i="1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Uniformly constrianed</a:t>
                </a:r>
              </a:p>
              <a:p>
                <a:pPr lvl="0" algn="r">
                  <a:buClrTx/>
                  <a:buSzTx/>
                  <a:buFontTx/>
                </a:pPr>
                <a:r>
                  <a:rPr lang="en-US" altLang="zh-CN" sz="800" i="1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26% / 25% (2016/2023)</a:t>
                </a:r>
              </a:p>
            </p:txBody>
          </p:sp>
        </p:grpSp>
        <p:sp>
          <p:nvSpPr>
            <p:cNvPr id="8" name="文本框 125">
              <a:extLst>
                <a:ext uri="{FF2B5EF4-FFF2-40B4-BE49-F238E27FC236}">
                  <a16:creationId xmlns:a16="http://schemas.microsoft.com/office/drawing/2014/main" id="{A9442F0B-06AD-6686-6186-165C69DA89F1}"/>
                </a:ext>
              </a:extLst>
            </p:cNvPr>
            <p:cNvSpPr txBox="1"/>
            <p:nvPr/>
          </p:nvSpPr>
          <p:spPr>
            <a:xfrm>
              <a:off x="3454400" y="7355205"/>
              <a:ext cx="254635" cy="13144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r"/>
              <a:r>
                <a:rPr lang="en-US" altLang="zh-CN" sz="1125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grpSp>
          <p:nvGrpSpPr>
            <p:cNvPr id="9" name="组合 126">
              <a:extLst>
                <a:ext uri="{FF2B5EF4-FFF2-40B4-BE49-F238E27FC236}">
                  <a16:creationId xmlns:a16="http://schemas.microsoft.com/office/drawing/2014/main" id="{BFE948F3-74A2-FC35-B447-FE6E824057F3}"/>
                </a:ext>
              </a:extLst>
            </p:cNvPr>
            <p:cNvGrpSpPr/>
            <p:nvPr/>
          </p:nvGrpSpPr>
          <p:grpSpPr>
            <a:xfrm>
              <a:off x="6813551" y="4507865"/>
              <a:ext cx="3595338" cy="3499485"/>
              <a:chOff x="11191" y="149"/>
              <a:chExt cx="10065" cy="9797"/>
            </a:xfrm>
          </p:grpSpPr>
          <p:sp>
            <p:nvSpPr>
              <p:cNvPr id="30" name="矩形 129">
                <a:extLst>
                  <a:ext uri="{FF2B5EF4-FFF2-40B4-BE49-F238E27FC236}">
                    <a16:creationId xmlns:a16="http://schemas.microsoft.com/office/drawing/2014/main" id="{9C15F871-4D0D-50CF-C970-CFECA6CEB545}"/>
                  </a:ext>
                </a:extLst>
              </p:cNvPr>
              <p:cNvSpPr/>
              <p:nvPr/>
            </p:nvSpPr>
            <p:spPr>
              <a:xfrm rot="5400000">
                <a:off x="15794" y="4768"/>
                <a:ext cx="731" cy="89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25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矩形 130">
                <a:extLst>
                  <a:ext uri="{FF2B5EF4-FFF2-40B4-BE49-F238E27FC236}">
                    <a16:creationId xmlns:a16="http://schemas.microsoft.com/office/drawing/2014/main" id="{3D0019F6-465E-E2F5-E1E2-3C7A4CD2108C}"/>
                  </a:ext>
                </a:extLst>
              </p:cNvPr>
              <p:cNvSpPr/>
              <p:nvPr/>
            </p:nvSpPr>
            <p:spPr>
              <a:xfrm>
                <a:off x="11358" y="1930"/>
                <a:ext cx="644" cy="63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25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" name="文本框 131">
                    <a:extLst>
                      <a:ext uri="{FF2B5EF4-FFF2-40B4-BE49-F238E27FC236}">
                        <a16:creationId xmlns:a16="http://schemas.microsoft.com/office/drawing/2014/main" id="{987E8119-90DB-6705-2EE9-8AE945AF7877}"/>
                      </a:ext>
                    </a:extLst>
                  </p:cNvPr>
                  <p:cNvSpPr txBox="1"/>
                  <p:nvPr/>
                </p:nvSpPr>
                <p:spPr>
                  <a:xfrm>
                    <a:off x="11408" y="149"/>
                    <a:ext cx="9438" cy="14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(b) Horizontal Construction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𝜋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)=</m:t>
                          </m:r>
                          <m:r>
                            <m:rPr>
                              <m:sty m:val="p"/>
                            </m:rPr>
                            <a:rPr lang="en-US" altLang="zh-CN" sz="1400" i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logistic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𝜅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𝛿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)</m:t>
                          </m:r>
                        </m:oMath>
                      </m:oMathPara>
                    </a14:m>
                    <a:endParaRPr lang="en-US" altLang="zh-CN" sz="1400" i="1" dirty="0">
                      <a:latin typeface="Arial" panose="020B0604020202020204" pitchFamily="34" charset="0"/>
                      <a:ea typeface="MS Mincho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32" name="文本框 131">
                    <a:extLst>
                      <a:ext uri="{FF2B5EF4-FFF2-40B4-BE49-F238E27FC236}">
                        <a16:creationId xmlns:a16="http://schemas.microsoft.com/office/drawing/2014/main" id="{987E8119-90DB-6705-2EE9-8AE945AF78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08" y="149"/>
                    <a:ext cx="9438" cy="14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2326" b="-465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3" name="组合 132">
                <a:extLst>
                  <a:ext uri="{FF2B5EF4-FFF2-40B4-BE49-F238E27FC236}">
                    <a16:creationId xmlns:a16="http://schemas.microsoft.com/office/drawing/2014/main" id="{5A3EDEF9-3541-8DC5-BD9B-D50BDBC50D1D}"/>
                  </a:ext>
                </a:extLst>
              </p:cNvPr>
              <p:cNvGrpSpPr/>
              <p:nvPr/>
            </p:nvGrpSpPr>
            <p:grpSpPr>
              <a:xfrm>
                <a:off x="11191" y="1844"/>
                <a:ext cx="9656" cy="8102"/>
                <a:chOff x="9390" y="1694"/>
                <a:chExt cx="9656" cy="8102"/>
              </a:xfrm>
            </p:grpSpPr>
            <p:sp>
              <p:nvSpPr>
                <p:cNvPr id="39" name="文本框 133">
                  <a:extLst>
                    <a:ext uri="{FF2B5EF4-FFF2-40B4-BE49-F238E27FC236}">
                      <a16:creationId xmlns:a16="http://schemas.microsoft.com/office/drawing/2014/main" id="{EA51A8B5-3BEA-40BB-9E75-5608D7879EBA}"/>
                    </a:ext>
                  </a:extLst>
                </p:cNvPr>
                <p:cNvSpPr txBox="1"/>
                <p:nvPr/>
              </p:nvSpPr>
              <p:spPr>
                <a:xfrm>
                  <a:off x="17956" y="8712"/>
                  <a:ext cx="887" cy="38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r>
                    <a:rPr lang="en-US" altLang="zh-CN" sz="1125">
                      <a:latin typeface="Arial" panose="020B0604020202020204" pitchFamily="34" charset="0"/>
                      <a:cs typeface="Arial" panose="020B0604020202020204" pitchFamily="34" charset="0"/>
                    </a:rPr>
                    <a:t>70%</a:t>
                  </a:r>
                </a:p>
              </p:txBody>
            </p:sp>
            <p:sp>
              <p:nvSpPr>
                <p:cNvPr id="40" name="文本框 134">
                  <a:extLst>
                    <a:ext uri="{FF2B5EF4-FFF2-40B4-BE49-F238E27FC236}">
                      <a16:creationId xmlns:a16="http://schemas.microsoft.com/office/drawing/2014/main" id="{9AC54A42-8026-033D-C5F9-7DFE1DA968C4}"/>
                    </a:ext>
                  </a:extLst>
                </p:cNvPr>
                <p:cNvSpPr txBox="1"/>
                <p:nvPr/>
              </p:nvSpPr>
              <p:spPr>
                <a:xfrm>
                  <a:off x="9969" y="8712"/>
                  <a:ext cx="871" cy="3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r>
                    <a:rPr lang="en-US" altLang="zh-CN" sz="1125">
                      <a:latin typeface="Arial" panose="020B0604020202020204" pitchFamily="34" charset="0"/>
                      <a:cs typeface="Arial" panose="020B0604020202020204" pitchFamily="34" charset="0"/>
                    </a:rPr>
                    <a:t>20%</a:t>
                  </a:r>
                </a:p>
              </p:txBody>
            </p:sp>
            <p:sp>
              <p:nvSpPr>
                <p:cNvPr id="41" name="文本框 135">
                  <a:extLst>
                    <a:ext uri="{FF2B5EF4-FFF2-40B4-BE49-F238E27FC236}">
                      <a16:creationId xmlns:a16="http://schemas.microsoft.com/office/drawing/2014/main" id="{A2D5E465-9011-017B-A3E1-54BB89D2913A}"/>
                    </a:ext>
                  </a:extLst>
                </p:cNvPr>
                <p:cNvSpPr txBox="1"/>
                <p:nvPr/>
              </p:nvSpPr>
              <p:spPr>
                <a:xfrm>
                  <a:off x="9583" y="7683"/>
                  <a:ext cx="543" cy="3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r"/>
                  <a:r>
                    <a:rPr lang="en-US" altLang="zh-CN" sz="1125"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42" name="文本框 136">
                  <a:extLst>
                    <a:ext uri="{FF2B5EF4-FFF2-40B4-BE49-F238E27FC236}">
                      <a16:creationId xmlns:a16="http://schemas.microsoft.com/office/drawing/2014/main" id="{76498C7A-7369-788A-78D1-1B32338595CF}"/>
                    </a:ext>
                  </a:extLst>
                </p:cNvPr>
                <p:cNvSpPr txBox="1"/>
                <p:nvPr/>
              </p:nvSpPr>
              <p:spPr>
                <a:xfrm>
                  <a:off x="9390" y="4928"/>
                  <a:ext cx="773" cy="3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r"/>
                  <a:r>
                    <a:rPr lang="en-US" altLang="zh-CN" sz="1125">
                      <a:latin typeface="Arial" panose="020B0604020202020204" pitchFamily="34" charset="0"/>
                      <a:cs typeface="Arial" panose="020B0604020202020204" pitchFamily="34" charset="0"/>
                    </a:rPr>
                    <a:t>0.2</a:t>
                  </a:r>
                </a:p>
              </p:txBody>
            </p:sp>
            <p:sp>
              <p:nvSpPr>
                <p:cNvPr id="43" name="文本框 137">
                  <a:extLst>
                    <a:ext uri="{FF2B5EF4-FFF2-40B4-BE49-F238E27FC236}">
                      <a16:creationId xmlns:a16="http://schemas.microsoft.com/office/drawing/2014/main" id="{1C363E14-9F24-3A9A-695E-A6C5FDF348B9}"/>
                    </a:ext>
                  </a:extLst>
                </p:cNvPr>
                <p:cNvSpPr txBox="1"/>
                <p:nvPr/>
              </p:nvSpPr>
              <p:spPr>
                <a:xfrm>
                  <a:off x="9746" y="1694"/>
                  <a:ext cx="543" cy="3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/>
                  <a:r>
                    <a:rPr lang="en-US" altLang="zh-CN" sz="1350" i="1">
                      <a:latin typeface="Arial" panose="020B0604020202020204" pitchFamily="34" charset="0"/>
                      <a:cs typeface="Arial" panose="020B0604020202020204" pitchFamily="34" charset="0"/>
                    </a:rPr>
                    <a:t>δ</a:t>
                  </a:r>
                </a:p>
              </p:txBody>
            </p:sp>
            <p:sp>
              <p:nvSpPr>
                <p:cNvPr id="44" name="文本框 138">
                  <a:extLst>
                    <a:ext uri="{FF2B5EF4-FFF2-40B4-BE49-F238E27FC236}">
                      <a16:creationId xmlns:a16="http://schemas.microsoft.com/office/drawing/2014/main" id="{723EFF5E-D33B-A2B9-1BA1-D149117BC2D4}"/>
                    </a:ext>
                  </a:extLst>
                </p:cNvPr>
                <p:cNvSpPr txBox="1"/>
                <p:nvPr/>
              </p:nvSpPr>
              <p:spPr>
                <a:xfrm>
                  <a:off x="16305" y="9283"/>
                  <a:ext cx="2741" cy="51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/>
                  <a:r>
                    <a:rPr lang="en-US" altLang="zh-CN" sz="135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probability(κ)</a:t>
                  </a:r>
                </a:p>
              </p:txBody>
            </p:sp>
            <p:sp>
              <p:nvSpPr>
                <p:cNvPr id="45" name="文本框 139">
                  <a:extLst>
                    <a:ext uri="{FF2B5EF4-FFF2-40B4-BE49-F238E27FC236}">
                      <a16:creationId xmlns:a16="http://schemas.microsoft.com/office/drawing/2014/main" id="{FC8D54BC-B378-0901-6506-2D6061FD69B4}"/>
                    </a:ext>
                  </a:extLst>
                </p:cNvPr>
                <p:cNvSpPr txBox="1"/>
                <p:nvPr/>
              </p:nvSpPr>
              <p:spPr>
                <a:xfrm>
                  <a:off x="14751" y="8712"/>
                  <a:ext cx="885" cy="3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r>
                    <a:rPr lang="en-US" altLang="zh-CN" sz="1125">
                      <a:latin typeface="Arial" panose="020B0604020202020204" pitchFamily="34" charset="0"/>
                      <a:cs typeface="Arial" panose="020B0604020202020204" pitchFamily="34" charset="0"/>
                    </a:rPr>
                    <a:t>50%</a:t>
                  </a:r>
                </a:p>
              </p:txBody>
            </p:sp>
            <p:sp>
              <p:nvSpPr>
                <p:cNvPr id="46" name="文本框 140">
                  <a:extLst>
                    <a:ext uri="{FF2B5EF4-FFF2-40B4-BE49-F238E27FC236}">
                      <a16:creationId xmlns:a16="http://schemas.microsoft.com/office/drawing/2014/main" id="{EEF80269-62BE-D0E3-5823-0B6A91CAEF51}"/>
                    </a:ext>
                  </a:extLst>
                </p:cNvPr>
                <p:cNvSpPr txBox="1"/>
                <p:nvPr/>
              </p:nvSpPr>
              <p:spPr>
                <a:xfrm>
                  <a:off x="9439" y="2187"/>
                  <a:ext cx="763" cy="3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r"/>
                  <a:r>
                    <a:rPr lang="en-US" altLang="zh-CN" sz="1125">
                      <a:latin typeface="Arial" panose="020B0604020202020204" pitchFamily="34" charset="0"/>
                      <a:cs typeface="Arial" panose="020B0604020202020204" pitchFamily="34" charset="0"/>
                    </a:rPr>
                    <a:t>0.4</a:t>
                  </a:r>
                </a:p>
              </p:txBody>
            </p:sp>
          </p:grpSp>
          <p:sp>
            <p:nvSpPr>
              <p:cNvPr id="34" name="文本框 141">
                <a:extLst>
                  <a:ext uri="{FF2B5EF4-FFF2-40B4-BE49-F238E27FC236}">
                    <a16:creationId xmlns:a16="http://schemas.microsoft.com/office/drawing/2014/main" id="{6E6AEE88-21F1-8BA1-20BE-2F95B2A747EE}"/>
                  </a:ext>
                </a:extLst>
              </p:cNvPr>
              <p:cNvSpPr txBox="1"/>
              <p:nvPr/>
            </p:nvSpPr>
            <p:spPr>
              <a:xfrm>
                <a:off x="12139" y="8119"/>
                <a:ext cx="3365" cy="688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en-US" altLang="zh-CN" sz="800" b="1" i="1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Uniformly sparse</a:t>
                </a:r>
              </a:p>
              <a:p>
                <a:pPr lvl="0" algn="l">
                  <a:buClrTx/>
                  <a:buSzTx/>
                  <a:buFontTx/>
                </a:pPr>
                <a:r>
                  <a:rPr lang="en-US" altLang="zh-CN" sz="800" i="1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43% / 41% (2016 / 2023)</a:t>
                </a:r>
              </a:p>
            </p:txBody>
          </p:sp>
          <p:sp>
            <p:nvSpPr>
              <p:cNvPr id="35" name="文本框 143">
                <a:extLst>
                  <a:ext uri="{FF2B5EF4-FFF2-40B4-BE49-F238E27FC236}">
                    <a16:creationId xmlns:a16="http://schemas.microsoft.com/office/drawing/2014/main" id="{9281FA9E-F630-C6E8-BF12-6F48C3447662}"/>
                  </a:ext>
                </a:extLst>
              </p:cNvPr>
              <p:cNvSpPr txBox="1"/>
              <p:nvPr/>
            </p:nvSpPr>
            <p:spPr>
              <a:xfrm>
                <a:off x="17856" y="8119"/>
                <a:ext cx="2990" cy="688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lvl="0" algn="r">
                  <a:buClrTx/>
                  <a:buSzTx/>
                  <a:buFontTx/>
                </a:pPr>
                <a:r>
                  <a:rPr lang="en-US" altLang="zh-CN" sz="800" b="1" i="1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Uniformly dense</a:t>
                </a:r>
              </a:p>
              <a:p>
                <a:pPr lvl="0" algn="r">
                  <a:buClrTx/>
                  <a:buSzTx/>
                  <a:buFontTx/>
                </a:pPr>
                <a:r>
                  <a:rPr lang="en-US" altLang="zh-CN" sz="800" i="1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9% / 12% (2016 / 2023)</a:t>
                </a:r>
              </a:p>
            </p:txBody>
          </p:sp>
          <p:sp>
            <p:nvSpPr>
              <p:cNvPr id="36" name="文本框 145">
                <a:extLst>
                  <a:ext uri="{FF2B5EF4-FFF2-40B4-BE49-F238E27FC236}">
                    <a16:creationId xmlns:a16="http://schemas.microsoft.com/office/drawing/2014/main" id="{865761DA-D14B-5B04-BE2B-2FB9EC83C9BA}"/>
                  </a:ext>
                </a:extLst>
              </p:cNvPr>
              <p:cNvSpPr txBox="1"/>
              <p:nvPr/>
            </p:nvSpPr>
            <p:spPr>
              <a:xfrm>
                <a:off x="17571" y="1524"/>
                <a:ext cx="3275" cy="688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lvl="0" algn="r">
                  <a:buClrTx/>
                  <a:buSzTx/>
                  <a:buFontTx/>
                </a:pPr>
                <a:r>
                  <a:rPr lang="en-US" altLang="zh-CN" sz="800" b="1" i="1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Core-dense</a:t>
                </a:r>
              </a:p>
              <a:p>
                <a:pPr lvl="0" algn="r">
                  <a:buClrTx/>
                  <a:buSzTx/>
                  <a:buFontTx/>
                </a:pPr>
                <a:r>
                  <a:rPr lang="en-US" altLang="zh-CN" sz="800" i="1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16% / 20% (2016 / 2023)</a:t>
                </a:r>
              </a:p>
            </p:txBody>
          </p:sp>
          <p:sp>
            <p:nvSpPr>
              <p:cNvPr id="37" name="文本框 146">
                <a:extLst>
                  <a:ext uri="{FF2B5EF4-FFF2-40B4-BE49-F238E27FC236}">
                    <a16:creationId xmlns:a16="http://schemas.microsoft.com/office/drawing/2014/main" id="{50C6D57E-B66F-A0FE-4318-B4FEF93940BE}"/>
                  </a:ext>
                </a:extLst>
              </p:cNvPr>
              <p:cNvSpPr txBox="1"/>
              <p:nvPr/>
            </p:nvSpPr>
            <p:spPr>
              <a:xfrm>
                <a:off x="12165" y="1553"/>
                <a:ext cx="3291" cy="688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en-US" altLang="zh-CN" sz="800" b="1" i="1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Thinly built</a:t>
                </a:r>
              </a:p>
              <a:p>
                <a:pPr lvl="0" algn="l">
                  <a:buClrTx/>
                  <a:buSzTx/>
                  <a:buFontTx/>
                </a:pPr>
                <a:r>
                  <a:rPr lang="en-US" altLang="zh-CN" sz="800" i="1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32% / 27% (2016 / 2023)</a:t>
                </a:r>
              </a:p>
            </p:txBody>
          </p:sp>
          <p:sp>
            <p:nvSpPr>
              <p:cNvPr id="38" name="文本框 149">
                <a:extLst>
                  <a:ext uri="{FF2B5EF4-FFF2-40B4-BE49-F238E27FC236}">
                    <a16:creationId xmlns:a16="http://schemas.microsoft.com/office/drawing/2014/main" id="{EBE025C1-9DE4-6A09-475A-328B248A41DA}"/>
                  </a:ext>
                </a:extLst>
              </p:cNvPr>
              <p:cNvSpPr txBox="1"/>
              <p:nvPr/>
            </p:nvSpPr>
            <p:spPr>
              <a:xfrm>
                <a:off x="18266" y="5773"/>
                <a:ext cx="2990" cy="1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015" i="1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mean </a:t>
                </a:r>
                <a:r>
                  <a:rPr lang="en-US" altLang="zh-CN" sz="1015" i="1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δ = 0.086</a:t>
                </a:r>
              </a:p>
            </p:txBody>
          </p:sp>
        </p:grpSp>
        <p:grpSp>
          <p:nvGrpSpPr>
            <p:cNvPr id="10" name="组合 196">
              <a:extLst>
                <a:ext uri="{FF2B5EF4-FFF2-40B4-BE49-F238E27FC236}">
                  <a16:creationId xmlns:a16="http://schemas.microsoft.com/office/drawing/2014/main" id="{F1343F17-6E17-7DEB-56ED-CE2E77904164}"/>
                </a:ext>
              </a:extLst>
            </p:cNvPr>
            <p:cNvGrpSpPr/>
            <p:nvPr/>
          </p:nvGrpSpPr>
          <p:grpSpPr>
            <a:xfrm>
              <a:off x="4607560" y="8121650"/>
              <a:ext cx="4501515" cy="353060"/>
              <a:chOff x="3905" y="13468"/>
              <a:chExt cx="7089" cy="556"/>
            </a:xfrm>
          </p:grpSpPr>
          <p:grpSp>
            <p:nvGrpSpPr>
              <p:cNvPr id="11" name="组合 194">
                <a:extLst>
                  <a:ext uri="{FF2B5EF4-FFF2-40B4-BE49-F238E27FC236}">
                    <a16:creationId xmlns:a16="http://schemas.microsoft.com/office/drawing/2014/main" id="{6255E383-0BF7-88D4-B0D4-A1C2996AB961}"/>
                  </a:ext>
                </a:extLst>
              </p:cNvPr>
              <p:cNvGrpSpPr/>
              <p:nvPr/>
            </p:nvGrpSpPr>
            <p:grpSpPr>
              <a:xfrm>
                <a:off x="8921" y="13468"/>
                <a:ext cx="2073" cy="246"/>
                <a:chOff x="8921" y="13468"/>
                <a:chExt cx="2073" cy="246"/>
              </a:xfrm>
            </p:grpSpPr>
            <p:sp>
              <p:nvSpPr>
                <p:cNvPr id="28" name="文本框 171">
                  <a:extLst>
                    <a:ext uri="{FF2B5EF4-FFF2-40B4-BE49-F238E27FC236}">
                      <a16:creationId xmlns:a16="http://schemas.microsoft.com/office/drawing/2014/main" id="{2C721A43-3C54-EA9C-86F0-9A230B680FDA}"/>
                    </a:ext>
                  </a:extLst>
                </p:cNvPr>
                <p:cNvSpPr txBox="1"/>
                <p:nvPr/>
              </p:nvSpPr>
              <p:spPr>
                <a:xfrm>
                  <a:off x="9172" y="13468"/>
                  <a:ext cx="1822" cy="24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lvl="0" algn="l">
                    <a:buClrTx/>
                    <a:buSzTx/>
                    <a:buFontTx/>
                  </a:pPr>
                  <a:r>
                    <a:rPr lang="en-US" altLang="zh-CN" sz="1015">
                      <a:latin typeface="Arial" panose="020B0604020202020204" pitchFamily="34" charset="0"/>
                      <a:cs typeface="Arial" panose="020B0604020202020204" pitchFamily="34" charset="0"/>
                      <a:sym typeface="+mn-ea"/>
                    </a:rPr>
                    <a:t>Latin America, 2016</a:t>
                  </a:r>
                </a:p>
              </p:txBody>
            </p:sp>
            <p:sp>
              <p:nvSpPr>
                <p:cNvPr id="29" name="椭圆 172">
                  <a:extLst>
                    <a:ext uri="{FF2B5EF4-FFF2-40B4-BE49-F238E27FC236}">
                      <a16:creationId xmlns:a16="http://schemas.microsoft.com/office/drawing/2014/main" id="{AEBA3942-CCE2-C59B-FF28-71B91C5F1CD0}"/>
                    </a:ext>
                  </a:extLst>
                </p:cNvPr>
                <p:cNvSpPr/>
                <p:nvPr/>
              </p:nvSpPr>
              <p:spPr>
                <a:xfrm>
                  <a:off x="8921" y="13510"/>
                  <a:ext cx="163" cy="162"/>
                </a:xfrm>
                <a:prstGeom prst="ellipse">
                  <a:avLst/>
                </a:prstGeom>
                <a:noFill/>
                <a:ln>
                  <a:solidFill>
                    <a:srgbClr val="47A2DE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125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2" name="组合 195">
                <a:extLst>
                  <a:ext uri="{FF2B5EF4-FFF2-40B4-BE49-F238E27FC236}">
                    <a16:creationId xmlns:a16="http://schemas.microsoft.com/office/drawing/2014/main" id="{AAA3B325-C01D-F4AD-5FD7-E85C08C3CDFB}"/>
                  </a:ext>
                </a:extLst>
              </p:cNvPr>
              <p:cNvGrpSpPr/>
              <p:nvPr/>
            </p:nvGrpSpPr>
            <p:grpSpPr>
              <a:xfrm>
                <a:off x="8921" y="13778"/>
                <a:ext cx="2073" cy="246"/>
                <a:chOff x="8921" y="13778"/>
                <a:chExt cx="2073" cy="246"/>
              </a:xfrm>
            </p:grpSpPr>
            <p:sp>
              <p:nvSpPr>
                <p:cNvPr id="26" name="椭圆 173">
                  <a:extLst>
                    <a:ext uri="{FF2B5EF4-FFF2-40B4-BE49-F238E27FC236}">
                      <a16:creationId xmlns:a16="http://schemas.microsoft.com/office/drawing/2014/main" id="{1B74639C-68E7-2525-FC76-454EADF8295C}"/>
                    </a:ext>
                  </a:extLst>
                </p:cNvPr>
                <p:cNvSpPr/>
                <p:nvPr/>
              </p:nvSpPr>
              <p:spPr>
                <a:xfrm>
                  <a:off x="8921" y="13820"/>
                  <a:ext cx="163" cy="162"/>
                </a:xfrm>
                <a:prstGeom prst="ellipse">
                  <a:avLst/>
                </a:prstGeom>
                <a:solidFill>
                  <a:srgbClr val="47A2DE">
                    <a:alpha val="70000"/>
                  </a:srgbClr>
                </a:solidFill>
                <a:ln>
                  <a:solidFill>
                    <a:srgbClr val="47A2DE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125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" name="文本框 174">
                  <a:extLst>
                    <a:ext uri="{FF2B5EF4-FFF2-40B4-BE49-F238E27FC236}">
                      <a16:creationId xmlns:a16="http://schemas.microsoft.com/office/drawing/2014/main" id="{1E1D5503-6D6F-D305-B1C9-57FDD2935EAC}"/>
                    </a:ext>
                  </a:extLst>
                </p:cNvPr>
                <p:cNvSpPr txBox="1"/>
                <p:nvPr/>
              </p:nvSpPr>
              <p:spPr>
                <a:xfrm>
                  <a:off x="9172" y="13778"/>
                  <a:ext cx="1822" cy="24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lvl="0" algn="l">
                    <a:buClrTx/>
                    <a:buSzTx/>
                    <a:buFontTx/>
                  </a:pPr>
                  <a:r>
                    <a:rPr lang="en-US" altLang="zh-CN" sz="1015">
                      <a:latin typeface="Arial" panose="020B0604020202020204" pitchFamily="34" charset="0"/>
                      <a:cs typeface="Arial" panose="020B0604020202020204" pitchFamily="34" charset="0"/>
                      <a:sym typeface="+mn-ea"/>
                    </a:rPr>
                    <a:t>Latin America, 2023</a:t>
                  </a:r>
                </a:p>
              </p:txBody>
            </p:sp>
          </p:grpSp>
          <p:sp>
            <p:nvSpPr>
              <p:cNvPr id="13" name="椭圆 176">
                <a:extLst>
                  <a:ext uri="{FF2B5EF4-FFF2-40B4-BE49-F238E27FC236}">
                    <a16:creationId xmlns:a16="http://schemas.microsoft.com/office/drawing/2014/main" id="{F75795B7-2E11-E0A5-E9CD-CB1201CD876D}"/>
                  </a:ext>
                </a:extLst>
              </p:cNvPr>
              <p:cNvSpPr/>
              <p:nvPr/>
            </p:nvSpPr>
            <p:spPr>
              <a:xfrm>
                <a:off x="3905" y="13510"/>
                <a:ext cx="163" cy="162"/>
              </a:xfrm>
              <a:prstGeom prst="ellipse">
                <a:avLst/>
              </a:prstGeom>
              <a:noFill/>
              <a:ln>
                <a:solidFill>
                  <a:srgbClr val="E85748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25">
                  <a:solidFill>
                    <a:srgbClr val="9467B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4" name="组合 189">
                <a:extLst>
                  <a:ext uri="{FF2B5EF4-FFF2-40B4-BE49-F238E27FC236}">
                    <a16:creationId xmlns:a16="http://schemas.microsoft.com/office/drawing/2014/main" id="{120251D9-B494-1EC5-817E-442E82E9A571}"/>
                  </a:ext>
                </a:extLst>
              </p:cNvPr>
              <p:cNvGrpSpPr/>
              <p:nvPr/>
            </p:nvGrpSpPr>
            <p:grpSpPr>
              <a:xfrm>
                <a:off x="3905" y="13778"/>
                <a:ext cx="1336" cy="246"/>
                <a:chOff x="3905" y="13786"/>
                <a:chExt cx="1336" cy="246"/>
              </a:xfrm>
            </p:grpSpPr>
            <p:sp>
              <p:nvSpPr>
                <p:cNvPr id="24" name="椭圆 177">
                  <a:extLst>
                    <a:ext uri="{FF2B5EF4-FFF2-40B4-BE49-F238E27FC236}">
                      <a16:creationId xmlns:a16="http://schemas.microsoft.com/office/drawing/2014/main" id="{EC3C31A0-FD64-50D9-0081-AFCDC5049954}"/>
                    </a:ext>
                  </a:extLst>
                </p:cNvPr>
                <p:cNvSpPr/>
                <p:nvPr/>
              </p:nvSpPr>
              <p:spPr>
                <a:xfrm>
                  <a:off x="3905" y="13828"/>
                  <a:ext cx="163" cy="162"/>
                </a:xfrm>
                <a:prstGeom prst="ellipse">
                  <a:avLst/>
                </a:prstGeom>
                <a:solidFill>
                  <a:srgbClr val="E85748">
                    <a:alpha val="70000"/>
                  </a:srgbClr>
                </a:solidFill>
                <a:ln>
                  <a:solidFill>
                    <a:srgbClr val="E85748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125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文本框 178">
                  <a:extLst>
                    <a:ext uri="{FF2B5EF4-FFF2-40B4-BE49-F238E27FC236}">
                      <a16:creationId xmlns:a16="http://schemas.microsoft.com/office/drawing/2014/main" id="{D6073741-7CA0-0CC4-CD3D-A8F2042D07BF}"/>
                    </a:ext>
                  </a:extLst>
                </p:cNvPr>
                <p:cNvSpPr txBox="1"/>
                <p:nvPr/>
              </p:nvSpPr>
              <p:spPr>
                <a:xfrm>
                  <a:off x="4149" y="13786"/>
                  <a:ext cx="1093" cy="24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zh-CN" sz="1015">
                      <a:latin typeface="Arial" panose="020B0604020202020204" pitchFamily="34" charset="0"/>
                      <a:cs typeface="Arial" panose="020B0604020202020204" pitchFamily="34" charset="0"/>
                    </a:rPr>
                    <a:t>Africa, 2023</a:t>
                  </a:r>
                </a:p>
              </p:txBody>
            </p:sp>
          </p:grpSp>
          <p:grpSp>
            <p:nvGrpSpPr>
              <p:cNvPr id="15" name="组合 190">
                <a:extLst>
                  <a:ext uri="{FF2B5EF4-FFF2-40B4-BE49-F238E27FC236}">
                    <a16:creationId xmlns:a16="http://schemas.microsoft.com/office/drawing/2014/main" id="{A0371342-2668-2CD6-393E-27745ED97128}"/>
                  </a:ext>
                </a:extLst>
              </p:cNvPr>
              <p:cNvGrpSpPr/>
              <p:nvPr/>
            </p:nvGrpSpPr>
            <p:grpSpPr>
              <a:xfrm>
                <a:off x="5650" y="13468"/>
                <a:ext cx="3239" cy="246"/>
                <a:chOff x="5650" y="13468"/>
                <a:chExt cx="3239" cy="246"/>
              </a:xfrm>
            </p:grpSpPr>
            <p:sp>
              <p:nvSpPr>
                <p:cNvPr id="22" name="文本框 179">
                  <a:extLst>
                    <a:ext uri="{FF2B5EF4-FFF2-40B4-BE49-F238E27FC236}">
                      <a16:creationId xmlns:a16="http://schemas.microsoft.com/office/drawing/2014/main" id="{444ED825-7B29-3A84-A909-DB86B42469AC}"/>
                    </a:ext>
                  </a:extLst>
                </p:cNvPr>
                <p:cNvSpPr txBox="1"/>
                <p:nvPr/>
              </p:nvSpPr>
              <p:spPr>
                <a:xfrm>
                  <a:off x="5884" y="13468"/>
                  <a:ext cx="3005" cy="24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lvl="0" algn="l">
                    <a:buClrTx/>
                    <a:buSzTx/>
                    <a:buFontTx/>
                  </a:pPr>
                  <a:r>
                    <a:rPr lang="en-US" altLang="zh-CN" sz="1015" dirty="0">
                      <a:latin typeface="Arial" panose="020B0604020202020204" pitchFamily="34" charset="0"/>
                      <a:cs typeface="Arial" panose="020B0604020202020204" pitchFamily="34" charset="0"/>
                      <a:sym typeface="+mn-ea"/>
                    </a:rPr>
                    <a:t>South &amp; Southeast Asia, 2016</a:t>
                  </a:r>
                </a:p>
              </p:txBody>
            </p:sp>
            <p:sp>
              <p:nvSpPr>
                <p:cNvPr id="23" name="椭圆 180">
                  <a:extLst>
                    <a:ext uri="{FF2B5EF4-FFF2-40B4-BE49-F238E27FC236}">
                      <a16:creationId xmlns:a16="http://schemas.microsoft.com/office/drawing/2014/main" id="{8903C090-D6AA-D293-F57D-684FDBFA2A81}"/>
                    </a:ext>
                  </a:extLst>
                </p:cNvPr>
                <p:cNvSpPr/>
                <p:nvPr/>
              </p:nvSpPr>
              <p:spPr>
                <a:xfrm>
                  <a:off x="5650" y="13510"/>
                  <a:ext cx="163" cy="162"/>
                </a:xfrm>
                <a:prstGeom prst="ellipse">
                  <a:avLst/>
                </a:prstGeom>
                <a:noFill/>
                <a:ln>
                  <a:solidFill>
                    <a:srgbClr val="F39F1B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125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6" name="组合 192">
                <a:extLst>
                  <a:ext uri="{FF2B5EF4-FFF2-40B4-BE49-F238E27FC236}">
                    <a16:creationId xmlns:a16="http://schemas.microsoft.com/office/drawing/2014/main" id="{0E9456D2-392A-7FEE-863E-A58A66FA9C60}"/>
                  </a:ext>
                </a:extLst>
              </p:cNvPr>
              <p:cNvGrpSpPr/>
              <p:nvPr/>
            </p:nvGrpSpPr>
            <p:grpSpPr>
              <a:xfrm>
                <a:off x="5650" y="13778"/>
                <a:ext cx="3103" cy="246"/>
                <a:chOff x="5650" y="13778"/>
                <a:chExt cx="3103" cy="246"/>
              </a:xfrm>
            </p:grpSpPr>
            <p:sp>
              <p:nvSpPr>
                <p:cNvPr id="20" name="椭圆 181">
                  <a:extLst>
                    <a:ext uri="{FF2B5EF4-FFF2-40B4-BE49-F238E27FC236}">
                      <a16:creationId xmlns:a16="http://schemas.microsoft.com/office/drawing/2014/main" id="{223A8E6B-9D15-C29D-1646-1AD4BB20BAB3}"/>
                    </a:ext>
                  </a:extLst>
                </p:cNvPr>
                <p:cNvSpPr/>
                <p:nvPr/>
              </p:nvSpPr>
              <p:spPr>
                <a:xfrm>
                  <a:off x="5650" y="13820"/>
                  <a:ext cx="163" cy="162"/>
                </a:xfrm>
                <a:prstGeom prst="ellipse">
                  <a:avLst/>
                </a:prstGeom>
                <a:solidFill>
                  <a:srgbClr val="F39F1B">
                    <a:alpha val="70000"/>
                  </a:srgbClr>
                </a:solidFill>
                <a:ln>
                  <a:solidFill>
                    <a:srgbClr val="F39F1B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125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" name="文本框 182">
                  <a:extLst>
                    <a:ext uri="{FF2B5EF4-FFF2-40B4-BE49-F238E27FC236}">
                      <a16:creationId xmlns:a16="http://schemas.microsoft.com/office/drawing/2014/main" id="{29A33432-11C7-B12A-F580-93327C7BBB64}"/>
                    </a:ext>
                  </a:extLst>
                </p:cNvPr>
                <p:cNvSpPr txBox="1"/>
                <p:nvPr/>
              </p:nvSpPr>
              <p:spPr>
                <a:xfrm>
                  <a:off x="5884" y="13778"/>
                  <a:ext cx="2869" cy="24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lvl="0" algn="l">
                    <a:buClrTx/>
                    <a:buSzTx/>
                    <a:buFontTx/>
                  </a:pPr>
                  <a:r>
                    <a:rPr lang="en-US" altLang="zh-CN" sz="1015" dirty="0">
                      <a:latin typeface="Arial" panose="020B0604020202020204" pitchFamily="34" charset="0"/>
                      <a:cs typeface="Arial" panose="020B0604020202020204" pitchFamily="34" charset="0"/>
                      <a:sym typeface="+mn-ea"/>
                    </a:rPr>
                    <a:t>South &amp; Southeast Asia, 2023</a:t>
                  </a:r>
                </a:p>
              </p:txBody>
            </p:sp>
          </p:grpSp>
          <p:grpSp>
            <p:nvGrpSpPr>
              <p:cNvPr id="17" name="组合 193">
                <a:extLst>
                  <a:ext uri="{FF2B5EF4-FFF2-40B4-BE49-F238E27FC236}">
                    <a16:creationId xmlns:a16="http://schemas.microsoft.com/office/drawing/2014/main" id="{A5B47FD6-E31C-30DA-FB84-E35F6147F257}"/>
                  </a:ext>
                </a:extLst>
              </p:cNvPr>
              <p:cNvGrpSpPr/>
              <p:nvPr/>
            </p:nvGrpSpPr>
            <p:grpSpPr>
              <a:xfrm>
                <a:off x="3905" y="13468"/>
                <a:ext cx="1336" cy="246"/>
                <a:chOff x="3905" y="13468"/>
                <a:chExt cx="1336" cy="246"/>
              </a:xfrm>
            </p:grpSpPr>
            <p:sp>
              <p:nvSpPr>
                <p:cNvPr id="18" name="文本框 175">
                  <a:extLst>
                    <a:ext uri="{FF2B5EF4-FFF2-40B4-BE49-F238E27FC236}">
                      <a16:creationId xmlns:a16="http://schemas.microsoft.com/office/drawing/2014/main" id="{02FB6886-7322-6553-3F64-DD2726AD8D99}"/>
                    </a:ext>
                  </a:extLst>
                </p:cNvPr>
                <p:cNvSpPr txBox="1"/>
                <p:nvPr/>
              </p:nvSpPr>
              <p:spPr>
                <a:xfrm>
                  <a:off x="4149" y="13468"/>
                  <a:ext cx="1093" cy="24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zh-CN" sz="1015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Africa, 2016</a:t>
                  </a:r>
                </a:p>
              </p:txBody>
            </p:sp>
            <p:sp>
              <p:nvSpPr>
                <p:cNvPr id="19" name="椭圆 187">
                  <a:extLst>
                    <a:ext uri="{FF2B5EF4-FFF2-40B4-BE49-F238E27FC236}">
                      <a16:creationId xmlns:a16="http://schemas.microsoft.com/office/drawing/2014/main" id="{335F276E-C4E9-BC6A-D4E5-4C2E2519DF56}"/>
                    </a:ext>
                  </a:extLst>
                </p:cNvPr>
                <p:cNvSpPr/>
                <p:nvPr/>
              </p:nvSpPr>
              <p:spPr>
                <a:xfrm>
                  <a:off x="3905" y="13510"/>
                  <a:ext cx="163" cy="162"/>
                </a:xfrm>
                <a:prstGeom prst="ellipse">
                  <a:avLst/>
                </a:prstGeom>
                <a:noFill/>
                <a:ln>
                  <a:solidFill>
                    <a:srgbClr val="E85748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125">
                    <a:solidFill>
                      <a:srgbClr val="9467BD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73142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178</Words>
  <Application>Microsoft Office PowerPoint</Application>
  <PresentationFormat>Custom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Jiaqi Liang</dc:creator>
  <cp:lastModifiedBy>Jiaqi Liang</cp:lastModifiedBy>
  <cp:revision>1</cp:revision>
  <dcterms:created xsi:type="dcterms:W3CDTF">2026-08-18T14:28:08Z</dcterms:created>
  <dcterms:modified xsi:type="dcterms:W3CDTF">2026-08-18T14:34:53Z</dcterms:modified>
</cp:coreProperties>
</file>