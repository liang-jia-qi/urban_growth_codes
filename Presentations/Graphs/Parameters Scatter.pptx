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5748"/>
    <a:srgbClr val="47A2DE"/>
    <a:srgbClr val="F39F1B"/>
    <a:srgbClr val="A69ED9"/>
    <a:srgbClr val="F2F2F2"/>
    <a:srgbClr val="D3B472"/>
    <a:srgbClr val="9AD67D"/>
    <a:srgbClr val="F8C474"/>
    <a:srgbClr val="FEEDDE"/>
    <a:srgbClr val="FDAE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581" y="-1618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2026/8/12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2026/8/12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microsoft.com/office/2007/relationships/hdphoto" Target="../media/hdphoto1.wdp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10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21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10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23.png"/><Relationship Id="rId15" Type="http://schemas.openxmlformats.org/officeDocument/2006/relationships/image" Target="../media/image43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3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10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8" Type="http://schemas.openxmlformats.org/officeDocument/2006/relationships/image" Target="../media/image42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12" Type="http://schemas.openxmlformats.org/officeDocument/2006/relationships/image" Target="../media/image41.png"/><Relationship Id="rId17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9.svg"/><Relationship Id="rId5" Type="http://schemas.openxmlformats.org/officeDocument/2006/relationships/image" Target="../media/image32.png"/><Relationship Id="rId10" Type="http://schemas.openxmlformats.org/officeDocument/2006/relationships/image" Target="../media/image38.png"/><Relationship Id="rId19" Type="http://schemas.openxmlformats.org/officeDocument/2006/relationships/image" Target="../media/image44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3" Type="http://schemas.openxmlformats.org/officeDocument/2006/relationships/tags" Target="../tags/tag2.xml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2.png"/><Relationship Id="rId11" Type="http://schemas.openxmlformats.org/officeDocument/2006/relationships/image" Target="../media/image600.png"/><Relationship Id="rId5" Type="http://schemas.openxmlformats.org/officeDocument/2006/relationships/image" Target="../media/image61.png"/><Relationship Id="rId10" Type="http://schemas.openxmlformats.org/officeDocument/2006/relationships/image" Target="../media/image59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7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140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1727A42-ADEE-6C17-9135-FE1B3E319023}"/>
              </a:ext>
            </a:extLst>
          </p:cNvPr>
          <p:cNvGrpSpPr/>
          <p:nvPr/>
        </p:nvGrpSpPr>
        <p:grpSpPr>
          <a:xfrm>
            <a:off x="2883680" y="1453141"/>
            <a:ext cx="8150225" cy="10195520"/>
            <a:chOff x="2883680" y="1453141"/>
            <a:chExt cx="8150225" cy="10195520"/>
          </a:xfrm>
        </p:grpSpPr>
        <p:sp>
          <p:nvSpPr>
            <p:cNvPr id="66" name="矩形 65"/>
            <p:cNvSpPr/>
            <p:nvPr/>
          </p:nvSpPr>
          <p:spPr>
            <a:xfrm>
              <a:off x="2883680" y="1453141"/>
              <a:ext cx="8150225" cy="101955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0D1E4D9A-E3E1-A6CD-5742-6DD15BDE3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/>
          </p:blipFill>
          <p:spPr>
            <a:xfrm>
              <a:off x="6958794" y="5791591"/>
              <a:ext cx="1690176" cy="1717255"/>
            </a:xfrm>
            <a:prstGeom prst="rect">
              <a:avLst/>
            </a:prstGeom>
          </p:spPr>
        </p:pic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3D4210DA-8C4B-AA06-95D8-1A4DECEBEF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8893228" y="5821322"/>
              <a:ext cx="1681016" cy="1634961"/>
            </a:xfrm>
            <a:prstGeom prst="rect">
              <a:avLst/>
            </a:prstGeom>
          </p:spPr>
        </p:pic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86844F16-57F8-8AF7-8446-BBD6E5DDB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5017078" y="5791591"/>
              <a:ext cx="1715636" cy="1704044"/>
            </a:xfrm>
            <a:prstGeom prst="rect">
              <a:avLst/>
            </a:prstGeom>
          </p:spPr>
        </p:pic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C7B8F98E-C8B3-1708-61BD-453093814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2998633" y="5781126"/>
              <a:ext cx="1987504" cy="1788073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2ECEEEDC-C240-7E4A-FB91-6412FF5EF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677275" y="2366729"/>
              <a:ext cx="1939331" cy="1878806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85C14ED4-FF5F-6609-F485-68A3CCF4C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/>
          </p:blipFill>
          <p:spPr>
            <a:xfrm>
              <a:off x="6795338" y="2342744"/>
              <a:ext cx="1973585" cy="1905791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8A2EB14-EF62-E18E-1F5B-A30548184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/>
          </p:blipFill>
          <p:spPr>
            <a:xfrm>
              <a:off x="4863762" y="2339651"/>
              <a:ext cx="2054628" cy="1878805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F2BD9228-C6E5-5FF3-0E7D-27487DE8D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3064874" y="2371913"/>
              <a:ext cx="1929097" cy="18505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blipFill>
                  <a:blip r:embed="rId10"/>
                  <a:stretch>
                    <a:fillRect t="-2174" b="-19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blipFill>
                  <a:blip r:embed="rId11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large</a:t>
                  </a:r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blipFill>
                  <a:blip r:embed="rId12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1240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1240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1240" dirty="0">
                      <a:latin typeface="Arial" panose="020B0604020202020204" pitchFamily="34" charset="0"/>
                    </a:rPr>
                    <a:t>large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blipFill>
                  <a:blip r:embed="rId13"/>
                  <a:stretch>
                    <a:fillRect b="-170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3842535" y="2071480"/>
              <a:ext cx="2662013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 (cannot be constructed)</a:t>
              </a: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6784252" y="2078982"/>
              <a:ext cx="1871482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34" name="矩形 33"/>
            <p:cNvSpPr/>
            <p:nvPr/>
          </p:nvSpPr>
          <p:spPr>
            <a:xfrm>
              <a:off x="3552114" y="2026469"/>
              <a:ext cx="290421" cy="290431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6494188" y="2034328"/>
              <a:ext cx="290421" cy="290431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9" name="椭圆 18"/>
            <p:cNvSpPr/>
            <p:nvPr/>
          </p:nvSpPr>
          <p:spPr>
            <a:xfrm>
              <a:off x="3150240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9" name="椭圆 38"/>
            <p:cNvSpPr/>
            <p:nvPr/>
          </p:nvSpPr>
          <p:spPr>
            <a:xfrm>
              <a:off x="5019222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5" name="椭圆 44"/>
            <p:cNvSpPr/>
            <p:nvPr/>
          </p:nvSpPr>
          <p:spPr>
            <a:xfrm>
              <a:off x="6887846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8" name="椭圆 47"/>
            <p:cNvSpPr/>
            <p:nvPr/>
          </p:nvSpPr>
          <p:spPr>
            <a:xfrm>
              <a:off x="8756828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595" i="1" smtClean="0">
                            <a:latin typeface="Cambria Math" panose="02040503050406030204" pitchFamily="18" charset="0"/>
                            <a:ea typeface="Cambria Math" panose="02040503050406030204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595" b="0" i="0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logistic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1595" b="0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blipFill>
                  <a:blip r:embed="rId14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017078" y="4453159"/>
              <a:ext cx="17603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constrained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78460" y="4454230"/>
              <a:ext cx="16910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Open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8763972" y="4453159"/>
              <a:ext cx="1763244" cy="2957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Locked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861055" y="4453159"/>
              <a:ext cx="187612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constrained</a:t>
              </a:r>
            </a:p>
          </p:txBody>
        </p:sp>
        <p:sp>
          <p:nvSpPr>
            <p:cNvPr id="126" name="Google Shape;421;p29"/>
            <p:cNvSpPr txBox="1"/>
            <p:nvPr/>
          </p:nvSpPr>
          <p:spPr>
            <a:xfrm>
              <a:off x="5163201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7" name="Google Shape;422;p29"/>
            <p:cNvSpPr txBox="1"/>
            <p:nvPr/>
          </p:nvSpPr>
          <p:spPr>
            <a:xfrm>
              <a:off x="9018345" y="7456283"/>
              <a:ext cx="1517698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8" name="Google Shape;423;p29"/>
            <p:cNvSpPr txBox="1"/>
            <p:nvPr/>
          </p:nvSpPr>
          <p:spPr>
            <a:xfrm>
              <a:off x="3235092" y="7456283"/>
              <a:ext cx="1444474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9" name="Google Shape;424;p29"/>
            <p:cNvSpPr txBox="1"/>
            <p:nvPr/>
          </p:nvSpPr>
          <p:spPr>
            <a:xfrm>
              <a:off x="7090952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2" name="TextBox 12"/>
            <p:cNvSpPr txBox="1"/>
            <p:nvPr/>
          </p:nvSpPr>
          <p:spPr>
            <a:xfrm>
              <a:off x="3653718" y="5387637"/>
              <a:ext cx="895831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Buildings</a:t>
              </a:r>
            </a:p>
          </p:txBody>
        </p:sp>
        <p:sp>
          <p:nvSpPr>
            <p:cNvPr id="10" name="TextBox 98"/>
            <p:cNvSpPr txBox="1"/>
            <p:nvPr/>
          </p:nvSpPr>
          <p:spPr>
            <a:xfrm>
              <a:off x="6595887" y="5387994"/>
              <a:ext cx="1871315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3363323" y="5380137"/>
              <a:ext cx="290395" cy="290368"/>
            </a:xfrm>
            <a:prstGeom prst="rect">
              <a:avLst/>
            </a:prstGeom>
            <a:solidFill>
              <a:srgbClr val="9AD67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6305135" y="5379422"/>
              <a:ext cx="290395" cy="290368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7" name="椭圆 26"/>
            <p:cNvSpPr/>
            <p:nvPr/>
          </p:nvSpPr>
          <p:spPr>
            <a:xfrm>
              <a:off x="3162940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8" name="椭圆 27"/>
            <p:cNvSpPr/>
            <p:nvPr/>
          </p:nvSpPr>
          <p:spPr>
            <a:xfrm>
              <a:off x="5075332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2" name="椭圆 21"/>
            <p:cNvSpPr/>
            <p:nvPr/>
          </p:nvSpPr>
          <p:spPr>
            <a:xfrm>
              <a:off x="6987931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0" name="椭圆 29"/>
            <p:cNvSpPr/>
            <p:nvPr/>
          </p:nvSpPr>
          <p:spPr>
            <a:xfrm>
              <a:off x="8900122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25" name="TextBox 12"/>
            <p:cNvSpPr txBox="1"/>
            <p:nvPr/>
          </p:nvSpPr>
          <p:spPr>
            <a:xfrm>
              <a:off x="4969604" y="5387637"/>
              <a:ext cx="1205157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</a:t>
              </a:r>
            </a:p>
          </p:txBody>
        </p:sp>
        <p:sp>
          <p:nvSpPr>
            <p:cNvPr id="26" name="矩形 25"/>
            <p:cNvSpPr/>
            <p:nvPr/>
          </p:nvSpPr>
          <p:spPr>
            <a:xfrm>
              <a:off x="4683138" y="5380137"/>
              <a:ext cx="290395" cy="290368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/>
                <p:cNvSpPr txBox="1"/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marL="0" indent="0">
                    <a:lnSpc>
                      <a:spcPct val="100000"/>
                    </a:lnSpc>
                    <a:spcBef>
                      <a:spcPts val="1200"/>
                    </a:spcBef>
                    <a:buFont typeface="Wingdings" panose="05000000000000000000" charset="0"/>
                    <a:buNone/>
                  </a:pPr>
                  <a14:m>
                    <m:oMath xmlns:m="http://schemas.openxmlformats.org/officeDocument/2006/math"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 (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595" i="0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logistic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) </m:t>
                      </m:r>
                    </m:oMath>
                  </a14:m>
                  <a:r>
                    <a:rPr 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 </a:t>
                  </a:r>
                  <a:endParaRPr lang="en-US" altLang="en-US" sz="159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mc:Choice>
          <mc:Fallback xmlns="">
            <p:sp>
              <p:nvSpPr>
                <p:cNvPr id="88" name="文本框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blipFill>
                  <a:blip r:embed="rId15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文本框 34"/>
            <p:cNvSpPr txBox="1"/>
            <p:nvPr/>
          </p:nvSpPr>
          <p:spPr>
            <a:xfrm>
              <a:off x="5186418" y="7730935"/>
              <a:ext cx="1464476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167226" y="7730935"/>
              <a:ext cx="1644500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9090855" y="7730935"/>
              <a:ext cx="1360892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992367" y="7730935"/>
              <a:ext cx="1642714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3267715" y="1601095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r>
                <a:rPr lang="zh-CN" altLang="en-US" dirty="0"/>
                <a:t> </a:t>
              </a:r>
              <a:r>
                <a:rPr lang="en-US" altLang="zh-CN" dirty="0"/>
                <a:t>Horizontal Constraints Types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3318515" y="4899920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 Horizontal Construction Types</a:t>
              </a:r>
            </a:p>
          </p:txBody>
        </p:sp>
        <p:sp>
          <p:nvSpPr>
            <p:cNvPr id="109" name="TextBox 264">
              <a:extLst>
                <a:ext uri="{FF2B5EF4-FFF2-40B4-BE49-F238E27FC236}">
                  <a16:creationId xmlns:a16="http://schemas.microsoft.com/office/drawing/2014/main" id="{669876EB-EB0B-C515-C175-3AF417F86002}"/>
                </a:ext>
              </a:extLst>
            </p:cNvPr>
            <p:cNvSpPr txBox="1"/>
            <p:nvPr/>
          </p:nvSpPr>
          <p:spPr>
            <a:xfrm>
              <a:off x="3188653" y="10080087"/>
              <a:ext cx="1498049" cy="46798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  <p:grpSp>
          <p:nvGrpSpPr>
            <p:cNvPr id="110" name="组合 25">
              <a:extLst>
                <a:ext uri="{FF2B5EF4-FFF2-40B4-BE49-F238E27FC236}">
                  <a16:creationId xmlns:a16="http://schemas.microsoft.com/office/drawing/2014/main" id="{9EF33194-4F5A-53A0-C42B-64118E625BBB}"/>
                </a:ext>
              </a:extLst>
            </p:cNvPr>
            <p:cNvGrpSpPr/>
            <p:nvPr/>
          </p:nvGrpSpPr>
          <p:grpSpPr>
            <a:xfrm>
              <a:off x="3476609" y="10673212"/>
              <a:ext cx="1120900" cy="840720"/>
              <a:chOff x="3202" y="5108"/>
              <a:chExt cx="2657" cy="1993"/>
            </a:xfrm>
          </p:grpSpPr>
          <p:cxnSp>
            <p:nvCxnSpPr>
              <p:cNvPr id="112" name="直接箭头连接符 7">
                <a:extLst>
                  <a:ext uri="{FF2B5EF4-FFF2-40B4-BE49-F238E27FC236}">
                    <a16:creationId xmlns:a16="http://schemas.microsoft.com/office/drawing/2014/main" id="{A7DDF74E-3A5A-41A6-3DC6-4AF9168B0FE6}"/>
                  </a:ext>
                </a:extLst>
              </p:cNvPr>
              <p:cNvCxnSpPr/>
              <p:nvPr/>
            </p:nvCxnSpPr>
            <p:spPr>
              <a:xfrm flipV="1">
                <a:off x="3755" y="5227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8">
                <a:extLst>
                  <a:ext uri="{FF2B5EF4-FFF2-40B4-BE49-F238E27FC236}">
                    <a16:creationId xmlns:a16="http://schemas.microsoft.com/office/drawing/2014/main" id="{0E88EDB3-704C-0B92-4170-8B68F33F9B8B}"/>
                  </a:ext>
                </a:extLst>
              </p:cNvPr>
              <p:cNvCxnSpPr/>
              <p:nvPr/>
            </p:nvCxnSpPr>
            <p:spPr>
              <a:xfrm>
                <a:off x="3755" y="6786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14" name="任意多边形 12">
                <a:extLst>
                  <a:ext uri="{FF2B5EF4-FFF2-40B4-BE49-F238E27FC236}">
                    <a16:creationId xmlns:a16="http://schemas.microsoft.com/office/drawing/2014/main" id="{1504D2CE-3A66-CFB3-ED3C-7B6C2E6AA840}"/>
                  </a:ext>
                </a:extLst>
              </p:cNvPr>
              <p:cNvSpPr/>
              <p:nvPr/>
            </p:nvSpPr>
            <p:spPr>
              <a:xfrm>
                <a:off x="3755" y="5568"/>
                <a:ext cx="1606" cy="503"/>
              </a:xfrm>
              <a:custGeom>
                <a:avLst/>
                <a:gdLst>
                  <a:gd name="connsiteX0" fmla="*/ 0 w 7905"/>
                  <a:gd name="connsiteY0" fmla="*/ 2460 h 2476"/>
                  <a:gd name="connsiteX1" fmla="*/ 7905 w 7905"/>
                  <a:gd name="connsiteY1" fmla="*/ 0 h 2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905" h="2477">
                    <a:moveTo>
                      <a:pt x="0" y="2460"/>
                    </a:moveTo>
                    <a:cubicBezTo>
                      <a:pt x="4710" y="2655"/>
                      <a:pt x="7095" y="1095"/>
                      <a:pt x="7905" y="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  <p:grpSp>
            <p:nvGrpSpPr>
              <p:cNvPr id="115" name="组合 17">
                <a:extLst>
                  <a:ext uri="{FF2B5EF4-FFF2-40B4-BE49-F238E27FC236}">
                    <a16:creationId xmlns:a16="http://schemas.microsoft.com/office/drawing/2014/main" id="{5F7B6301-B7A3-EEB4-EB91-E9B50145E318}"/>
                  </a:ext>
                </a:extLst>
              </p:cNvPr>
              <p:cNvGrpSpPr/>
              <p:nvPr/>
            </p:nvGrpSpPr>
            <p:grpSpPr>
              <a:xfrm>
                <a:off x="3202" y="5108"/>
                <a:ext cx="2657" cy="1993"/>
                <a:chOff x="3202" y="5108"/>
                <a:chExt cx="2657" cy="1993"/>
              </a:xfrm>
            </p:grpSpPr>
            <p:sp>
              <p:nvSpPr>
                <p:cNvPr id="116" name="TextBox 256">
                  <a:extLst>
                    <a:ext uri="{FF2B5EF4-FFF2-40B4-BE49-F238E27FC236}">
                      <a16:creationId xmlns:a16="http://schemas.microsoft.com/office/drawing/2014/main" id="{EFBC4691-5FE9-AC71-B419-8FE2433315CB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17" name="文本框 13">
                  <a:extLst>
                    <a:ext uri="{FF2B5EF4-FFF2-40B4-BE49-F238E27FC236}">
                      <a16:creationId xmlns:a16="http://schemas.microsoft.com/office/drawing/2014/main" id="{F18C6EDE-9265-C87D-1581-E1E2701E570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18" name="文本框 14">
                  <a:extLst>
                    <a:ext uri="{FF2B5EF4-FFF2-40B4-BE49-F238E27FC236}">
                      <a16:creationId xmlns:a16="http://schemas.microsoft.com/office/drawing/2014/main" id="{BEFAD256-33FA-D1DD-4D6C-297E1AE4F36B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100" name="文本框 2">
              <a:extLst>
                <a:ext uri="{FF2B5EF4-FFF2-40B4-BE49-F238E27FC236}">
                  <a16:creationId xmlns:a16="http://schemas.microsoft.com/office/drawing/2014/main" id="{896F50B3-6E9F-7A9A-F3F9-18E76A589DC0}"/>
                </a:ext>
              </a:extLst>
            </p:cNvPr>
            <p:cNvSpPr txBox="1"/>
            <p:nvPr/>
          </p:nvSpPr>
          <p:spPr>
            <a:xfrm>
              <a:off x="6181232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C=0, B=0</a:t>
              </a:r>
            </a:p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“Pancake” City</a:t>
              </a:r>
            </a:p>
          </p:txBody>
        </p:sp>
        <p:grpSp>
          <p:nvGrpSpPr>
            <p:cNvPr id="101" name="组合 22">
              <a:extLst>
                <a:ext uri="{FF2B5EF4-FFF2-40B4-BE49-F238E27FC236}">
                  <a16:creationId xmlns:a16="http://schemas.microsoft.com/office/drawing/2014/main" id="{B0FD4824-0EA1-9849-8CEA-A5CB8D8A2C15}"/>
                </a:ext>
              </a:extLst>
            </p:cNvPr>
            <p:cNvGrpSpPr/>
            <p:nvPr/>
          </p:nvGrpSpPr>
          <p:grpSpPr>
            <a:xfrm>
              <a:off x="6461740" y="10673212"/>
              <a:ext cx="1120901" cy="840720"/>
              <a:chOff x="5687" y="5068"/>
              <a:chExt cx="2657" cy="1993"/>
            </a:xfrm>
          </p:grpSpPr>
          <p:cxnSp>
            <p:nvCxnSpPr>
              <p:cNvPr id="102" name="直接箭头连接符 3">
                <a:extLst>
                  <a:ext uri="{FF2B5EF4-FFF2-40B4-BE49-F238E27FC236}">
                    <a16:creationId xmlns:a16="http://schemas.microsoft.com/office/drawing/2014/main" id="{54489C49-ABBF-D566-E231-505DF639F282}"/>
                  </a:ext>
                </a:extLst>
              </p:cNvPr>
              <p:cNvCxnSpPr/>
              <p:nvPr/>
            </p:nvCxnSpPr>
            <p:spPr>
              <a:xfrm flipV="1">
                <a:off x="6221" y="521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4">
                <a:extLst>
                  <a:ext uri="{FF2B5EF4-FFF2-40B4-BE49-F238E27FC236}">
                    <a16:creationId xmlns:a16="http://schemas.microsoft.com/office/drawing/2014/main" id="{B62F857A-23E6-D9B5-85FC-5AA0267002E8}"/>
                  </a:ext>
                </a:extLst>
              </p:cNvPr>
              <p:cNvCxnSpPr/>
              <p:nvPr/>
            </p:nvCxnSpPr>
            <p:spPr>
              <a:xfrm>
                <a:off x="6221" y="677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4" name="直接连接符 5">
                <a:extLst>
                  <a:ext uri="{FF2B5EF4-FFF2-40B4-BE49-F238E27FC236}">
                    <a16:creationId xmlns:a16="http://schemas.microsoft.com/office/drawing/2014/main" id="{31E08928-1A72-4976-CBBD-817B2776C7EE}"/>
                  </a:ext>
                </a:extLst>
              </p:cNvPr>
              <p:cNvCxnSpPr/>
              <p:nvPr/>
            </p:nvCxnSpPr>
            <p:spPr>
              <a:xfrm>
                <a:off x="6236" y="6085"/>
                <a:ext cx="1665" cy="0"/>
              </a:xfrm>
              <a:prstGeom prst="line">
                <a:avLst/>
              </a:pr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05" name="组合 18">
                <a:extLst>
                  <a:ext uri="{FF2B5EF4-FFF2-40B4-BE49-F238E27FC236}">
                    <a16:creationId xmlns:a16="http://schemas.microsoft.com/office/drawing/2014/main" id="{1B2FCC48-8D11-7F02-1874-DF8A9DF94D8A}"/>
                  </a:ext>
                </a:extLst>
              </p:cNvPr>
              <p:cNvGrpSpPr/>
              <p:nvPr/>
            </p:nvGrpSpPr>
            <p:grpSpPr>
              <a:xfrm>
                <a:off x="5687" y="5068"/>
                <a:ext cx="2657" cy="1993"/>
                <a:chOff x="3202" y="5108"/>
                <a:chExt cx="2657" cy="1993"/>
              </a:xfrm>
            </p:grpSpPr>
            <p:sp>
              <p:nvSpPr>
                <p:cNvPr id="106" name="TextBox 256">
                  <a:extLst>
                    <a:ext uri="{FF2B5EF4-FFF2-40B4-BE49-F238E27FC236}">
                      <a16:creationId xmlns:a16="http://schemas.microsoft.com/office/drawing/2014/main" id="{6F3B9AD3-4F69-35EA-EF9B-743AB7F5B258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07" name="文本框 20">
                  <a:extLst>
                    <a:ext uri="{FF2B5EF4-FFF2-40B4-BE49-F238E27FC236}">
                      <a16:creationId xmlns:a16="http://schemas.microsoft.com/office/drawing/2014/main" id="{24BC5FF0-04C2-E7CB-3E29-276805955EC5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08" name="文本框 21">
                  <a:extLst>
                    <a:ext uri="{FF2B5EF4-FFF2-40B4-BE49-F238E27FC236}">
                      <a16:creationId xmlns:a16="http://schemas.microsoft.com/office/drawing/2014/main" id="{E90FA212-F5EA-39AF-67E7-F651E911B232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90" name="TextBox 190">
              <a:extLst>
                <a:ext uri="{FF2B5EF4-FFF2-40B4-BE49-F238E27FC236}">
                  <a16:creationId xmlns:a16="http://schemas.microsoft.com/office/drawing/2014/main" id="{1F5B0B4F-A516-2530-C5FA-EAD0EC8F7A13}"/>
                </a:ext>
              </a:extLst>
            </p:cNvPr>
            <p:cNvSpPr txBox="1"/>
            <p:nvPr/>
          </p:nvSpPr>
          <p:spPr>
            <a:xfrm>
              <a:off x="9249858" y="10046869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Pyramid”City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91" name="组合 48">
              <a:extLst>
                <a:ext uri="{FF2B5EF4-FFF2-40B4-BE49-F238E27FC236}">
                  <a16:creationId xmlns:a16="http://schemas.microsoft.com/office/drawing/2014/main" id="{76B251D1-914D-289E-0F09-D04281B72302}"/>
                </a:ext>
              </a:extLst>
            </p:cNvPr>
            <p:cNvGrpSpPr/>
            <p:nvPr/>
          </p:nvGrpSpPr>
          <p:grpSpPr>
            <a:xfrm>
              <a:off x="9494119" y="10673212"/>
              <a:ext cx="1120901" cy="840720"/>
              <a:chOff x="10870" y="5054"/>
              <a:chExt cx="2657" cy="1993"/>
            </a:xfrm>
          </p:grpSpPr>
          <p:sp>
            <p:nvSpPr>
              <p:cNvPr id="92" name="任意多边形 36">
                <a:extLst>
                  <a:ext uri="{FF2B5EF4-FFF2-40B4-BE49-F238E27FC236}">
                    <a16:creationId xmlns:a16="http://schemas.microsoft.com/office/drawing/2014/main" id="{BD7B240D-7171-A89C-215D-25D62F31ACEE}"/>
                  </a:ext>
                </a:extLst>
              </p:cNvPr>
              <p:cNvSpPr/>
              <p:nvPr/>
            </p:nvSpPr>
            <p:spPr>
              <a:xfrm>
                <a:off x="11415" y="6023"/>
                <a:ext cx="1395" cy="695"/>
              </a:xfrm>
              <a:custGeom>
                <a:avLst/>
                <a:gdLst>
                  <a:gd name="connsiteX0" fmla="*/ 0 w 6210"/>
                  <a:gd name="connsiteY0" fmla="*/ 0 h 2550"/>
                  <a:gd name="connsiteX1" fmla="*/ 6210 w 6210"/>
                  <a:gd name="connsiteY1" fmla="*/ 2550 h 2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210" h="2550">
                    <a:moveTo>
                      <a:pt x="0" y="0"/>
                    </a:moveTo>
                    <a:cubicBezTo>
                      <a:pt x="2385" y="1290"/>
                      <a:pt x="4110" y="2085"/>
                      <a:pt x="6210" y="255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>
                  <a:sym typeface="+mn-ea"/>
                </a:endParaRPr>
              </a:p>
            </p:txBody>
          </p:sp>
          <p:cxnSp>
            <p:nvCxnSpPr>
              <p:cNvPr id="93" name="直接箭头连接符 38">
                <a:extLst>
                  <a:ext uri="{FF2B5EF4-FFF2-40B4-BE49-F238E27FC236}">
                    <a16:creationId xmlns:a16="http://schemas.microsoft.com/office/drawing/2014/main" id="{2BD3DC15-6C5A-0E0D-3961-B26610E8C8ED}"/>
                  </a:ext>
                </a:extLst>
              </p:cNvPr>
              <p:cNvCxnSpPr/>
              <p:nvPr/>
            </p:nvCxnSpPr>
            <p:spPr>
              <a:xfrm flipV="1">
                <a:off x="11423" y="517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39">
                <a:extLst>
                  <a:ext uri="{FF2B5EF4-FFF2-40B4-BE49-F238E27FC236}">
                    <a16:creationId xmlns:a16="http://schemas.microsoft.com/office/drawing/2014/main" id="{4E5BB99F-8B3B-0E55-40F4-A65FA5F0885E}"/>
                  </a:ext>
                </a:extLst>
              </p:cNvPr>
              <p:cNvCxnSpPr/>
              <p:nvPr/>
            </p:nvCxnSpPr>
            <p:spPr>
              <a:xfrm>
                <a:off x="11423" y="673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95" name="组合 44">
                <a:extLst>
                  <a:ext uri="{FF2B5EF4-FFF2-40B4-BE49-F238E27FC236}">
                    <a16:creationId xmlns:a16="http://schemas.microsoft.com/office/drawing/2014/main" id="{0342219F-A3F0-FBC0-94BE-EB5D64247B6B}"/>
                  </a:ext>
                </a:extLst>
              </p:cNvPr>
              <p:cNvGrpSpPr/>
              <p:nvPr/>
            </p:nvGrpSpPr>
            <p:grpSpPr>
              <a:xfrm>
                <a:off x="10870" y="5054"/>
                <a:ext cx="2657" cy="1993"/>
                <a:chOff x="3202" y="5108"/>
                <a:chExt cx="2657" cy="1993"/>
              </a:xfrm>
            </p:grpSpPr>
            <p:sp>
              <p:nvSpPr>
                <p:cNvPr id="96" name="TextBox 256">
                  <a:extLst>
                    <a:ext uri="{FF2B5EF4-FFF2-40B4-BE49-F238E27FC236}">
                      <a16:creationId xmlns:a16="http://schemas.microsoft.com/office/drawing/2014/main" id="{1FFE329E-3E7E-7F16-FF4A-69F0C5831472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97" name="文本框 46">
                  <a:extLst>
                    <a:ext uri="{FF2B5EF4-FFF2-40B4-BE49-F238E27FC236}">
                      <a16:creationId xmlns:a16="http://schemas.microsoft.com/office/drawing/2014/main" id="{AF27A4EB-862A-46C5-66CF-D178FDD65DE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98" name="文本框 47">
                  <a:extLst>
                    <a:ext uri="{FF2B5EF4-FFF2-40B4-BE49-F238E27FC236}">
                      <a16:creationId xmlns:a16="http://schemas.microsoft.com/office/drawing/2014/main" id="{DC0CFCE6-A0E0-03A9-FA44-699E5A2740A8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78" name="TextBox 191">
              <a:extLst>
                <a:ext uri="{FF2B5EF4-FFF2-40B4-BE49-F238E27FC236}">
                  <a16:creationId xmlns:a16="http://schemas.microsoft.com/office/drawing/2014/main" id="{D09345F9-A137-AEC6-D83B-E8E1A1EAB4E6}"/>
                </a:ext>
              </a:extLst>
            </p:cNvPr>
            <p:cNvSpPr txBox="1"/>
            <p:nvPr/>
          </p:nvSpPr>
          <p:spPr>
            <a:xfrm>
              <a:off x="7586744" y="10062503"/>
              <a:ext cx="1915396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grpSp>
          <p:nvGrpSpPr>
            <p:cNvPr id="79" name="组合 51">
              <a:extLst>
                <a:ext uri="{FF2B5EF4-FFF2-40B4-BE49-F238E27FC236}">
                  <a16:creationId xmlns:a16="http://schemas.microsoft.com/office/drawing/2014/main" id="{FE718D30-4B18-FB9A-BCA8-E939A4735191}"/>
                </a:ext>
              </a:extLst>
            </p:cNvPr>
            <p:cNvGrpSpPr/>
            <p:nvPr/>
          </p:nvGrpSpPr>
          <p:grpSpPr>
            <a:xfrm>
              <a:off x="7952195" y="10673212"/>
              <a:ext cx="1120900" cy="840720"/>
              <a:chOff x="8290" y="5068"/>
              <a:chExt cx="2657" cy="1993"/>
            </a:xfrm>
          </p:grpSpPr>
          <p:grpSp>
            <p:nvGrpSpPr>
              <p:cNvPr id="80" name="组合 26">
                <a:extLst>
                  <a:ext uri="{FF2B5EF4-FFF2-40B4-BE49-F238E27FC236}">
                    <a16:creationId xmlns:a16="http://schemas.microsoft.com/office/drawing/2014/main" id="{73CE2B00-50B4-342E-2698-F49673795586}"/>
                  </a:ext>
                </a:extLst>
              </p:cNvPr>
              <p:cNvGrpSpPr/>
              <p:nvPr/>
            </p:nvGrpSpPr>
            <p:grpSpPr>
              <a:xfrm>
                <a:off x="8290" y="5068"/>
                <a:ext cx="2657" cy="1993"/>
                <a:chOff x="3202" y="5108"/>
                <a:chExt cx="2657" cy="1993"/>
              </a:xfrm>
            </p:grpSpPr>
            <p:cxnSp>
              <p:nvCxnSpPr>
                <p:cNvPr id="82" name="直接箭头连接符 27">
                  <a:extLst>
                    <a:ext uri="{FF2B5EF4-FFF2-40B4-BE49-F238E27FC236}">
                      <a16:creationId xmlns:a16="http://schemas.microsoft.com/office/drawing/2014/main" id="{C5C92019-197E-A9C6-F7F5-8CFD385CC6EF}"/>
                    </a:ext>
                  </a:extLst>
                </p:cNvPr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箭头连接符 28">
                  <a:extLst>
                    <a:ext uri="{FF2B5EF4-FFF2-40B4-BE49-F238E27FC236}">
                      <a16:creationId xmlns:a16="http://schemas.microsoft.com/office/drawing/2014/main" id="{2FD7183A-982B-03EC-5470-492EA3ADD059}"/>
                    </a:ext>
                  </a:extLst>
                </p:cNvPr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84" name="组合 30">
                  <a:extLst>
                    <a:ext uri="{FF2B5EF4-FFF2-40B4-BE49-F238E27FC236}">
                      <a16:creationId xmlns:a16="http://schemas.microsoft.com/office/drawing/2014/main" id="{5854DB4F-3FE0-3E61-C113-F88A91B9F230}"/>
                    </a:ext>
                  </a:extLst>
                </p:cNvPr>
                <p:cNvGrpSpPr/>
                <p:nvPr/>
              </p:nvGrpSpPr>
              <p:grpSpPr>
                <a:xfrm>
                  <a:off x="3202" y="5108"/>
                  <a:ext cx="2657" cy="1993"/>
                  <a:chOff x="3202" y="5108"/>
                  <a:chExt cx="2657" cy="1993"/>
                </a:xfrm>
              </p:grpSpPr>
              <p:sp>
                <p:nvSpPr>
                  <p:cNvPr id="85" name="TextBox 256">
                    <a:extLst>
                      <a:ext uri="{FF2B5EF4-FFF2-40B4-BE49-F238E27FC236}">
                        <a16:creationId xmlns:a16="http://schemas.microsoft.com/office/drawing/2014/main" id="{122BE37E-31B3-71A2-27E0-5308608428A3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86" name="文本框 32">
                    <a:extLst>
                      <a:ext uri="{FF2B5EF4-FFF2-40B4-BE49-F238E27FC236}">
                        <a16:creationId xmlns:a16="http://schemas.microsoft.com/office/drawing/2014/main" id="{D1F07944-FBAD-D1F4-624A-0A7E5D43788A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87" name="文本框 33">
                    <a:extLst>
                      <a:ext uri="{FF2B5EF4-FFF2-40B4-BE49-F238E27FC236}">
                        <a16:creationId xmlns:a16="http://schemas.microsoft.com/office/drawing/2014/main" id="{65A93CD4-0876-1310-3167-BD54901674EA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81" name="任意多边形 50">
                <a:extLst>
                  <a:ext uri="{FF2B5EF4-FFF2-40B4-BE49-F238E27FC236}">
                    <a16:creationId xmlns:a16="http://schemas.microsoft.com/office/drawing/2014/main" id="{52528737-48A5-6302-7268-E8F264966C26}"/>
                  </a:ext>
                </a:extLst>
              </p:cNvPr>
              <p:cNvSpPr/>
              <p:nvPr/>
            </p:nvSpPr>
            <p:spPr>
              <a:xfrm>
                <a:off x="8843" y="5741"/>
                <a:ext cx="1742" cy="701"/>
              </a:xfrm>
              <a:custGeom>
                <a:avLst/>
                <a:gdLst>
                  <a:gd name="connsiteX0" fmla="*/ 0 w 6165"/>
                  <a:gd name="connsiteY0" fmla="*/ 895 h 1794"/>
                  <a:gd name="connsiteX1" fmla="*/ 2745 w 6165"/>
                  <a:gd name="connsiteY1" fmla="*/ 25 h 1794"/>
                  <a:gd name="connsiteX2" fmla="*/ 6165 w 6165"/>
                  <a:gd name="connsiteY2" fmla="*/ 1795 h 1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65" h="1795">
                    <a:moveTo>
                      <a:pt x="0" y="895"/>
                    </a:moveTo>
                    <a:cubicBezTo>
                      <a:pt x="411" y="669"/>
                      <a:pt x="1506" y="-152"/>
                      <a:pt x="2745" y="25"/>
                    </a:cubicBezTo>
                    <a:cubicBezTo>
                      <a:pt x="3984" y="202"/>
                      <a:pt x="5415" y="1432"/>
                      <a:pt x="6165" y="1795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</p:grpSp>
        <p:sp>
          <p:nvSpPr>
            <p:cNvPr id="65" name="TextBox 190">
              <a:extLst>
                <a:ext uri="{FF2B5EF4-FFF2-40B4-BE49-F238E27FC236}">
                  <a16:creationId xmlns:a16="http://schemas.microsoft.com/office/drawing/2014/main" id="{19B84113-933D-2638-7E1B-483DD25CE712}"/>
                </a:ext>
              </a:extLst>
            </p:cNvPr>
            <p:cNvSpPr txBox="1"/>
            <p:nvPr/>
          </p:nvSpPr>
          <p:spPr>
            <a:xfrm>
              <a:off x="4679566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Crown”City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68" name="组合 71">
              <a:extLst>
                <a:ext uri="{FF2B5EF4-FFF2-40B4-BE49-F238E27FC236}">
                  <a16:creationId xmlns:a16="http://schemas.microsoft.com/office/drawing/2014/main" id="{CD4B3BB1-21B3-4B3C-BEBF-52DAAFE9AABB}"/>
                </a:ext>
              </a:extLst>
            </p:cNvPr>
            <p:cNvGrpSpPr/>
            <p:nvPr/>
          </p:nvGrpSpPr>
          <p:grpSpPr>
            <a:xfrm>
              <a:off x="4956097" y="10673212"/>
              <a:ext cx="1120901" cy="840720"/>
              <a:chOff x="4673" y="5693"/>
              <a:chExt cx="2657" cy="1993"/>
            </a:xfrm>
          </p:grpSpPr>
          <p:grpSp>
            <p:nvGrpSpPr>
              <p:cNvPr id="69" name="组合 55">
                <a:extLst>
                  <a:ext uri="{FF2B5EF4-FFF2-40B4-BE49-F238E27FC236}">
                    <a16:creationId xmlns:a16="http://schemas.microsoft.com/office/drawing/2014/main" id="{E575A636-A30F-2530-49B7-61FDC0A3F9C2}"/>
                  </a:ext>
                </a:extLst>
              </p:cNvPr>
              <p:cNvGrpSpPr/>
              <p:nvPr/>
            </p:nvGrpSpPr>
            <p:grpSpPr>
              <a:xfrm>
                <a:off x="4673" y="5693"/>
                <a:ext cx="2657" cy="1993"/>
                <a:chOff x="10870" y="5054"/>
                <a:chExt cx="2657" cy="1993"/>
              </a:xfrm>
            </p:grpSpPr>
            <p:cxnSp>
              <p:nvCxnSpPr>
                <p:cNvPr id="71" name="直接箭头连接符 57">
                  <a:extLst>
                    <a:ext uri="{FF2B5EF4-FFF2-40B4-BE49-F238E27FC236}">
                      <a16:creationId xmlns:a16="http://schemas.microsoft.com/office/drawing/2014/main" id="{7378784A-F679-CE8B-D80C-E53B6E7FB7B8}"/>
                    </a:ext>
                  </a:extLst>
                </p:cNvPr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直接箭头连接符 58">
                  <a:extLst>
                    <a:ext uri="{FF2B5EF4-FFF2-40B4-BE49-F238E27FC236}">
                      <a16:creationId xmlns:a16="http://schemas.microsoft.com/office/drawing/2014/main" id="{61BBE699-50E9-CD8D-5095-CC8D299490C6}"/>
                    </a:ext>
                  </a:extLst>
                </p:cNvPr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73" name="组合 59">
                  <a:extLst>
                    <a:ext uri="{FF2B5EF4-FFF2-40B4-BE49-F238E27FC236}">
                      <a16:creationId xmlns:a16="http://schemas.microsoft.com/office/drawing/2014/main" id="{39ED925F-2FF6-B0BA-74E5-4A44345DC137}"/>
                    </a:ext>
                  </a:extLst>
                </p:cNvPr>
                <p:cNvGrpSpPr/>
                <p:nvPr/>
              </p:nvGrpSpPr>
              <p:grpSpPr>
                <a:xfrm>
                  <a:off x="10870" y="5054"/>
                  <a:ext cx="2657" cy="1993"/>
                  <a:chOff x="3202" y="5108"/>
                  <a:chExt cx="2657" cy="1993"/>
                </a:xfrm>
              </p:grpSpPr>
              <p:sp>
                <p:nvSpPr>
                  <p:cNvPr id="74" name="TextBox 256">
                    <a:extLst>
                      <a:ext uri="{FF2B5EF4-FFF2-40B4-BE49-F238E27FC236}">
                        <a16:creationId xmlns:a16="http://schemas.microsoft.com/office/drawing/2014/main" id="{E58D25D4-22B8-A38C-9496-0CA689450CD4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75" name="文本框 61">
                    <a:extLst>
                      <a:ext uri="{FF2B5EF4-FFF2-40B4-BE49-F238E27FC236}">
                        <a16:creationId xmlns:a16="http://schemas.microsoft.com/office/drawing/2014/main" id="{9335D307-4258-0DDA-F840-968669BBFFBD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76" name="文本框 62">
                    <a:extLst>
                      <a:ext uri="{FF2B5EF4-FFF2-40B4-BE49-F238E27FC236}">
                        <a16:creationId xmlns:a16="http://schemas.microsoft.com/office/drawing/2014/main" id="{BC383C13-16AA-DF0E-66C6-75AF33C5BAA5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70" name="任意多边形 67">
                <a:extLst>
                  <a:ext uri="{FF2B5EF4-FFF2-40B4-BE49-F238E27FC236}">
                    <a16:creationId xmlns:a16="http://schemas.microsoft.com/office/drawing/2014/main" id="{74A0EBC7-3AA0-A581-1C2D-F90A3DA6A26B}"/>
                  </a:ext>
                </a:extLst>
              </p:cNvPr>
              <p:cNvSpPr/>
              <p:nvPr/>
            </p:nvSpPr>
            <p:spPr>
              <a:xfrm>
                <a:off x="5227" y="6643"/>
                <a:ext cx="1770" cy="296"/>
              </a:xfrm>
              <a:custGeom>
                <a:avLst/>
                <a:gdLst>
                  <a:gd name="connsiteX0" fmla="*/ 0 w 6127"/>
                  <a:gd name="connsiteY0" fmla="*/ 0 h 836"/>
                  <a:gd name="connsiteX1" fmla="*/ 3080 w 6127"/>
                  <a:gd name="connsiteY1" fmla="*/ 836 h 836"/>
                  <a:gd name="connsiteX2" fmla="*/ 6127 w 6127"/>
                  <a:gd name="connsiteY2" fmla="*/ 82 h 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27" h="836">
                    <a:moveTo>
                      <a:pt x="0" y="0"/>
                    </a:moveTo>
                    <a:cubicBezTo>
                      <a:pt x="492" y="328"/>
                      <a:pt x="1855" y="829"/>
                      <a:pt x="3080" y="836"/>
                    </a:cubicBezTo>
                    <a:cubicBezTo>
                      <a:pt x="4305" y="843"/>
                      <a:pt x="5586" y="344"/>
                      <a:pt x="6127" y="82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 dirty="0">
                  <a:sym typeface="+mn-ea"/>
                </a:endParaRPr>
              </a:p>
            </p:txBody>
          </p:sp>
        </p:grpSp>
        <p:sp>
          <p:nvSpPr>
            <p:cNvPr id="55" name="文本框 6">
              <a:extLst>
                <a:ext uri="{FF2B5EF4-FFF2-40B4-BE49-F238E27FC236}">
                  <a16:creationId xmlns:a16="http://schemas.microsoft.com/office/drawing/2014/main" id="{D06A3635-D9AB-6B07-3750-A0AD3ED94AAC}"/>
                </a:ext>
              </a:extLst>
            </p:cNvPr>
            <p:cNvSpPr txBox="1"/>
            <p:nvPr/>
          </p:nvSpPr>
          <p:spPr>
            <a:xfrm>
              <a:off x="3267715" y="8349748"/>
              <a:ext cx="4314856" cy="36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(c) Vertical Profile Types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/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blipFill>
                  <a:blip r:embed="rId1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1689C317-ACB1-27C0-CD91-538EE103F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/>
          </p:blipFill>
          <p:spPr>
            <a:xfrm>
              <a:off x="3150240" y="8628855"/>
              <a:ext cx="1485589" cy="1363562"/>
            </a:xfrm>
            <a:prstGeom prst="rect">
              <a:avLst/>
            </a:prstGeom>
          </p:spPr>
        </p:pic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91AF0E99-53EB-B334-C9B0-799CCB26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/>
          </p:blipFill>
          <p:spPr>
            <a:xfrm>
              <a:off x="4476118" y="8763409"/>
              <a:ext cx="1829017" cy="1246592"/>
            </a:xfrm>
            <a:prstGeom prst="rect">
              <a:avLst/>
            </a:prstGeom>
          </p:spPr>
        </p:pic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EB6BA8A9-2223-9D4C-7898-1BDC4E9C1C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/>
          </p:blipFill>
          <p:spPr>
            <a:xfrm>
              <a:off x="6190363" y="8945054"/>
              <a:ext cx="1536861" cy="961600"/>
            </a:xfrm>
            <a:prstGeom prst="rect">
              <a:avLst/>
            </a:prstGeom>
          </p:spPr>
        </p:pic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5FBBD2AE-130D-ACA5-5664-83DAD54FF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7751206" y="8632630"/>
              <a:ext cx="1589173" cy="1356012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77F3894-44A4-91E6-29E6-5473250F1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/>
          </p:blipFill>
          <p:spPr>
            <a:xfrm>
              <a:off x="8893228" y="8696963"/>
              <a:ext cx="2032673" cy="1178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8888536" y="349833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4253" y="7211912"/>
            <a:ext cx="9753600" cy="151447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1F56060-5ECD-74E0-005D-CD1AA0C991BD}"/>
              </a:ext>
            </a:extLst>
          </p:cNvPr>
          <p:cNvGrpSpPr/>
          <p:nvPr/>
        </p:nvGrpSpPr>
        <p:grpSpPr>
          <a:xfrm>
            <a:off x="318977" y="1391742"/>
            <a:ext cx="8150225" cy="9831705"/>
            <a:chOff x="3001650" y="1479175"/>
            <a:chExt cx="8150225" cy="983170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4C4885-419F-BEC0-E0CD-2BA5E0812AB0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25" name="组合 42">
                <a:extLst>
                  <a:ext uri="{FF2B5EF4-FFF2-40B4-BE49-F238E27FC236}">
                    <a16:creationId xmlns:a16="http://schemas.microsoft.com/office/drawing/2014/main" id="{1929F2AA-6060-DF4C-05C0-82B3E1357963}"/>
                  </a:ext>
                </a:extLst>
              </p:cNvPr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4149" name="矩形 65">
                  <a:extLst>
                    <a:ext uri="{FF2B5EF4-FFF2-40B4-BE49-F238E27FC236}">
                      <a16:creationId xmlns:a16="http://schemas.microsoft.com/office/drawing/2014/main" id="{4993C66F-A925-BA4A-D578-E85BBFCF9C29}"/>
                    </a:ext>
                  </a:extLst>
                </p:cNvPr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4150" name="组合 50">
                  <a:extLst>
                    <a:ext uri="{FF2B5EF4-FFF2-40B4-BE49-F238E27FC236}">
                      <a16:creationId xmlns:a16="http://schemas.microsoft.com/office/drawing/2014/main" id="{A6723256-C35E-07FC-F25C-BB296ECC55AB}"/>
                    </a:ext>
                  </a:extLst>
                </p:cNvPr>
                <p:cNvGrpSpPr/>
                <p:nvPr/>
              </p:nvGrpSpPr>
              <p:grpSpPr>
                <a:xfrm>
                  <a:off x="5096" y="6382"/>
                  <a:ext cx="12032" cy="10119"/>
                  <a:chOff x="135" y="6382"/>
                  <a:chExt cx="12032" cy="10119"/>
                </a:xfrm>
              </p:grpSpPr>
              <p:grpSp>
                <p:nvGrpSpPr>
                  <p:cNvPr id="4151" name="组合 7">
                    <a:extLst>
                      <a:ext uri="{FF2B5EF4-FFF2-40B4-BE49-F238E27FC236}">
                        <a16:creationId xmlns:a16="http://schemas.microsoft.com/office/drawing/2014/main" id="{041255DB-5339-425C-4B65-B163A2734139}"/>
                      </a:ext>
                    </a:extLst>
                  </p:cNvPr>
                  <p:cNvGrpSpPr/>
                  <p:nvPr/>
                </p:nvGrpSpPr>
                <p:grpSpPr>
                  <a:xfrm>
                    <a:off x="193" y="7052"/>
                    <a:ext cx="11974" cy="4292"/>
                    <a:chOff x="583" y="2529"/>
                    <a:chExt cx="21284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TextBox 96">
                          <a:extLst>
                            <a:ext uri="{FF2B5EF4-FFF2-40B4-BE49-F238E27FC236}">
                              <a16:creationId xmlns:a16="http://schemas.microsoft.com/office/drawing/2014/main" id="{DA7B18EB-745F-7BFC-6FA4-1D834612F9B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1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TextBox 97">
                          <a:extLst>
                            <a:ext uri="{FF2B5EF4-FFF2-40B4-BE49-F238E27FC236}">
                              <a16:creationId xmlns:a16="http://schemas.microsoft.com/office/drawing/2014/main" id="{6A2A7CE1-8849-E834-BA22-A64B3CB7E7C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9" name="TextBox 98">
                          <a:extLst>
                            <a:ext uri="{FF2B5EF4-FFF2-40B4-BE49-F238E27FC236}">
                              <a16:creationId xmlns:a16="http://schemas.microsoft.com/office/drawing/2014/main" id="{F12BFADB-3146-866B-4420-2308E9EAAA6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TextBox 99">
                          <a:extLst>
                            <a:ext uri="{FF2B5EF4-FFF2-40B4-BE49-F238E27FC236}">
                              <a16:creationId xmlns:a16="http://schemas.microsoft.com/office/drawing/2014/main" id="{9BD79E6D-A473-16A7-A659-FAF576190F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1" name="TextBox 12">
                      <a:extLst>
                        <a:ext uri="{FF2B5EF4-FFF2-40B4-BE49-F238E27FC236}">
                          <a16:creationId xmlns:a16="http://schemas.microsoft.com/office/drawing/2014/main" id="{AB4F14AB-75F0-8233-9EFD-CAA1E8363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102" name="TextBox 98">
                      <a:extLst>
                        <a:ext uri="{FF2B5EF4-FFF2-40B4-BE49-F238E27FC236}">
                          <a16:creationId xmlns:a16="http://schemas.microsoft.com/office/drawing/2014/main" id="{7CC8B77E-2A63-A9C8-6EB7-6C4A2F775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103" name="矩形 33">
                      <a:extLst>
                        <a:ext uri="{FF2B5EF4-FFF2-40B4-BE49-F238E27FC236}">
                          <a16:creationId xmlns:a16="http://schemas.microsoft.com/office/drawing/2014/main" id="{11AF5D71-38A7-2044-1CC9-DADFCEFFF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104" name="矩形 36">
                      <a:extLst>
                        <a:ext uri="{FF2B5EF4-FFF2-40B4-BE49-F238E27FC236}">
                          <a16:creationId xmlns:a16="http://schemas.microsoft.com/office/drawing/2014/main" id="{D055D969-7ACC-72B3-0FF1-284DBC8AD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105" name="组合 1">
                      <a:extLst>
                        <a:ext uri="{FF2B5EF4-FFF2-40B4-BE49-F238E27FC236}">
                          <a16:creationId xmlns:a16="http://schemas.microsoft.com/office/drawing/2014/main" id="{B0C5AB59-BCFA-CEFE-3A79-4CB07DA9B7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3" y="3473"/>
                      <a:ext cx="5083" cy="5044"/>
                      <a:chOff x="493" y="2941"/>
                      <a:chExt cx="4304" cy="4271"/>
                    </a:xfrm>
                  </p:grpSpPr>
                  <p:pic>
                    <p:nvPicPr>
                      <p:cNvPr id="120" name="图片 39">
                        <a:extLst>
                          <a:ext uri="{FF2B5EF4-FFF2-40B4-BE49-F238E27FC236}">
                            <a16:creationId xmlns:a16="http://schemas.microsoft.com/office/drawing/2014/main" id="{0D75E14C-0B28-E654-B8DC-BA00C9FF373B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21" name="椭圆 18">
                        <a:extLst>
                          <a:ext uri="{FF2B5EF4-FFF2-40B4-BE49-F238E27FC236}">
                            <a16:creationId xmlns:a16="http://schemas.microsoft.com/office/drawing/2014/main" id="{45EFD5BF-7835-6E2B-AF3C-624D390C68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6" name="组合 2">
                      <a:extLst>
                        <a:ext uri="{FF2B5EF4-FFF2-40B4-BE49-F238E27FC236}">
                          <a16:creationId xmlns:a16="http://schemas.microsoft.com/office/drawing/2014/main" id="{55E45F7F-91E5-F04D-24FE-A0E85D21258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118" name="图片 43">
                        <a:extLst>
                          <a:ext uri="{FF2B5EF4-FFF2-40B4-BE49-F238E27FC236}">
                            <a16:creationId xmlns:a16="http://schemas.microsoft.com/office/drawing/2014/main" id="{193B8C55-015D-E8D7-A5E5-815EF74E071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9" name="椭圆 38">
                        <a:extLst>
                          <a:ext uri="{FF2B5EF4-FFF2-40B4-BE49-F238E27FC236}">
                            <a16:creationId xmlns:a16="http://schemas.microsoft.com/office/drawing/2014/main" id="{8230EBCE-87C8-3FA9-5054-84F5374C7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7" name="组合 3">
                      <a:extLst>
                        <a:ext uri="{FF2B5EF4-FFF2-40B4-BE49-F238E27FC236}">
                          <a16:creationId xmlns:a16="http://schemas.microsoft.com/office/drawing/2014/main" id="{71ADA175-B304-9CEE-3485-5B4ADE2DA5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116" name="图片 45">
                        <a:extLst>
                          <a:ext uri="{FF2B5EF4-FFF2-40B4-BE49-F238E27FC236}">
                            <a16:creationId xmlns:a16="http://schemas.microsoft.com/office/drawing/2014/main" id="{06B3FD18-EB07-07FF-4654-2543D975D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7" name="椭圆 44">
                        <a:extLst>
                          <a:ext uri="{FF2B5EF4-FFF2-40B4-BE49-F238E27FC236}">
                            <a16:creationId xmlns:a16="http://schemas.microsoft.com/office/drawing/2014/main" id="{291CAE9C-343F-6D6E-A616-EC98AC66DF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8" name="组合 5">
                      <a:extLst>
                        <a:ext uri="{FF2B5EF4-FFF2-40B4-BE49-F238E27FC236}">
                          <a16:creationId xmlns:a16="http://schemas.microsoft.com/office/drawing/2014/main" id="{82AD0C8C-434B-F5CF-0D73-08C87DB91D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114" name="图片 46">
                        <a:extLst>
                          <a:ext uri="{FF2B5EF4-FFF2-40B4-BE49-F238E27FC236}">
                            <a16:creationId xmlns:a16="http://schemas.microsoft.com/office/drawing/2014/main" id="{B335D981-7C34-EEE3-6FBB-BA69CE163E5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5" name="椭圆 47">
                        <a:extLst>
                          <a:ext uri="{FF2B5EF4-FFF2-40B4-BE49-F238E27FC236}">
                            <a16:creationId xmlns:a16="http://schemas.microsoft.com/office/drawing/2014/main" id="{7DE9C06F-30D3-5850-6F70-E3595D8BBD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95" i="1" smtClean="0">
                                    <a:latin typeface="Cambria Math" panose="02040503050406030204" pitchFamily="18" charset="0"/>
                                    <a:ea typeface="Cambria Math" panose="02040503050406030204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𝑟</m:t>
                                    </m:r>
                                  </m:e>
                                </m:d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b="0" i="0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 b="-1272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10" name="文本框 60">
                      <a:extLst>
                        <a:ext uri="{FF2B5EF4-FFF2-40B4-BE49-F238E27FC236}">
                          <a16:creationId xmlns:a16="http://schemas.microsoft.com/office/drawing/2014/main" id="{9770B7B3-7279-025B-A112-AC93F90242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111" name="文本框 53">
                      <a:extLst>
                        <a:ext uri="{FF2B5EF4-FFF2-40B4-BE49-F238E27FC236}">
                          <a16:creationId xmlns:a16="http://schemas.microsoft.com/office/drawing/2014/main" id="{378BE5AC-DD40-6232-9ADD-663A85761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112" name="文本框 59">
                      <a:extLst>
                        <a:ext uri="{FF2B5EF4-FFF2-40B4-BE49-F238E27FC236}">
                          <a16:creationId xmlns:a16="http://schemas.microsoft.com/office/drawing/2014/main" id="{39538C1C-69E1-EB06-5CF2-5D4471BA0E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113" name="文本框 61">
                      <a:extLst>
                        <a:ext uri="{FF2B5EF4-FFF2-40B4-BE49-F238E27FC236}">
                          <a16:creationId xmlns:a16="http://schemas.microsoft.com/office/drawing/2014/main" id="{E72636EA-BF95-4CB0-89A2-AFB5FF69E0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4152" name="组合 6">
                    <a:extLst>
                      <a:ext uri="{FF2B5EF4-FFF2-40B4-BE49-F238E27FC236}">
                        <a16:creationId xmlns:a16="http://schemas.microsoft.com/office/drawing/2014/main" id="{10E43E12-39CD-ECF9-77E5-89CA33E5C95E}"/>
                      </a:ext>
                    </a:extLst>
                  </p:cNvPr>
                  <p:cNvGrpSpPr/>
                  <p:nvPr/>
                </p:nvGrpSpPr>
                <p:grpSpPr>
                  <a:xfrm>
                    <a:off x="135" y="12295"/>
                    <a:ext cx="12032" cy="4206"/>
                    <a:chOff x="775" y="2672"/>
                    <a:chExt cx="21390" cy="7478"/>
                  </a:xfrm>
                </p:grpSpPr>
                <p:grpSp>
                  <p:nvGrpSpPr>
                    <p:cNvPr id="4155" name="组合 8">
                      <a:extLst>
                        <a:ext uri="{FF2B5EF4-FFF2-40B4-BE49-F238E27FC236}">
                          <a16:creationId xmlns:a16="http://schemas.microsoft.com/office/drawing/2014/main" id="{462B04BD-E533-19CD-40A0-4779AA687E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5" y="2672"/>
                      <a:ext cx="21390" cy="6942"/>
                      <a:chOff x="1249" y="1289"/>
                      <a:chExt cx="21390" cy="6942"/>
                    </a:xfrm>
                  </p:grpSpPr>
                  <p:sp>
                    <p:nvSpPr>
                      <p:cNvPr id="65" name="Google Shape;421;p29">
                        <a:extLst>
                          <a:ext uri="{FF2B5EF4-FFF2-40B4-BE49-F238E27FC236}">
                            <a16:creationId xmlns:a16="http://schemas.microsoft.com/office/drawing/2014/main" id="{7AF11088-23BA-ABAC-2AF4-6D454CD6925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7" name="Google Shape;422;p29">
                        <a:extLst>
                          <a:ext uri="{FF2B5EF4-FFF2-40B4-BE49-F238E27FC236}">
                            <a16:creationId xmlns:a16="http://schemas.microsoft.com/office/drawing/2014/main" id="{BA22C9F9-BF3C-FB9B-5171-CADACE085C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9" name="Google Shape;423;p29">
                        <a:extLst>
                          <a:ext uri="{FF2B5EF4-FFF2-40B4-BE49-F238E27FC236}">
                            <a16:creationId xmlns:a16="http://schemas.microsoft.com/office/drawing/2014/main" id="{2BD8D195-8FDE-D8A9-7C20-EE7C7CD7FF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0" name="Google Shape;424;p29">
                        <a:extLst>
                          <a:ext uri="{FF2B5EF4-FFF2-40B4-BE49-F238E27FC236}">
                            <a16:creationId xmlns:a16="http://schemas.microsoft.com/office/drawing/2014/main" id="{006FBC4A-2E35-DE49-A33B-8783F3636C1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1" name="TextBox 12">
                        <a:extLst>
                          <a:ext uri="{FF2B5EF4-FFF2-40B4-BE49-F238E27FC236}">
                            <a16:creationId xmlns:a16="http://schemas.microsoft.com/office/drawing/2014/main" id="{8C41D3A3-ABA6-1E1D-3BDA-38FEDAADB5B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79" name="TextBox 98">
                        <a:extLst>
                          <a:ext uri="{FF2B5EF4-FFF2-40B4-BE49-F238E27FC236}">
                            <a16:creationId xmlns:a16="http://schemas.microsoft.com/office/drawing/2014/main" id="{C6D1AEF9-DE7F-6F6F-A4C6-C1169E6BC1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80" name="矩形 11">
                        <a:extLst>
                          <a:ext uri="{FF2B5EF4-FFF2-40B4-BE49-F238E27FC236}">
                            <a16:creationId xmlns:a16="http://schemas.microsoft.com/office/drawing/2014/main" id="{45D7F29A-F401-61D2-8FC3-8D80B4B49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81" name="矩形 12">
                        <a:extLst>
                          <a:ext uri="{FF2B5EF4-FFF2-40B4-BE49-F238E27FC236}">
                            <a16:creationId xmlns:a16="http://schemas.microsoft.com/office/drawing/2014/main" id="{1A41B0B6-B570-E309-C7EA-6EDCB3D71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82" name="组合 13">
                        <a:extLst>
                          <a:ext uri="{FF2B5EF4-FFF2-40B4-BE49-F238E27FC236}">
                            <a16:creationId xmlns:a16="http://schemas.microsoft.com/office/drawing/2014/main" id="{4E455990-F810-0579-32F2-69474A40D7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95" name="图片 14">
                          <a:extLst>
                            <a:ext uri="{FF2B5EF4-FFF2-40B4-BE49-F238E27FC236}">
                              <a16:creationId xmlns:a16="http://schemas.microsoft.com/office/drawing/2014/main" id="{A5589235-9844-9A23-72F4-BA385EA05E4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6" name="椭圆 26">
                          <a:extLst>
                            <a:ext uri="{FF2B5EF4-FFF2-40B4-BE49-F238E27FC236}">
                              <a16:creationId xmlns:a16="http://schemas.microsoft.com/office/drawing/2014/main" id="{7717800D-181F-4B86-8A61-9BD48A82B9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3" name="组合 15">
                        <a:extLst>
                          <a:ext uri="{FF2B5EF4-FFF2-40B4-BE49-F238E27FC236}">
                            <a16:creationId xmlns:a16="http://schemas.microsoft.com/office/drawing/2014/main" id="{F4A7A386-F0E6-A0F0-20F3-3886655A55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93" name="图片 16">
                          <a:extLst>
                            <a:ext uri="{FF2B5EF4-FFF2-40B4-BE49-F238E27FC236}">
                              <a16:creationId xmlns:a16="http://schemas.microsoft.com/office/drawing/2014/main" id="{3F4A5A07-07EF-6847-501F-DB2E4B3E869A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4" name="椭圆 27">
                          <a:extLst>
                            <a:ext uri="{FF2B5EF4-FFF2-40B4-BE49-F238E27FC236}">
                              <a16:creationId xmlns:a16="http://schemas.microsoft.com/office/drawing/2014/main" id="{573A4951-B56E-CF3F-BFCD-71D1E46754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4" name="组合 17">
                        <a:extLst>
                          <a:ext uri="{FF2B5EF4-FFF2-40B4-BE49-F238E27FC236}">
                            <a16:creationId xmlns:a16="http://schemas.microsoft.com/office/drawing/2014/main" id="{E340FC0E-00F5-4D3F-C56C-FD4057C10B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91" name="图片 19">
                          <a:extLst>
                            <a:ext uri="{FF2B5EF4-FFF2-40B4-BE49-F238E27FC236}">
                              <a16:creationId xmlns:a16="http://schemas.microsoft.com/office/drawing/2014/main" id="{4042C26F-D68F-474E-9FCA-4DAC1C3823DD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2" name="椭圆 21">
                          <a:extLst>
                            <a:ext uri="{FF2B5EF4-FFF2-40B4-BE49-F238E27FC236}">
                              <a16:creationId xmlns:a16="http://schemas.microsoft.com/office/drawing/2014/main" id="{2F7D331C-E351-97AE-4B66-BDCDEE18C5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5" name="组合 22">
                        <a:extLst>
                          <a:ext uri="{FF2B5EF4-FFF2-40B4-BE49-F238E27FC236}">
                            <a16:creationId xmlns:a16="http://schemas.microsoft.com/office/drawing/2014/main" id="{C714817A-8686-B672-6743-5B0D4D20B9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89" name="图片 23">
                          <a:extLst>
                            <a:ext uri="{FF2B5EF4-FFF2-40B4-BE49-F238E27FC236}">
                              <a16:creationId xmlns:a16="http://schemas.microsoft.com/office/drawing/2014/main" id="{DBFD864E-A845-A2F2-65B1-A119638E06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0" name="椭圆 29">
                          <a:extLst>
                            <a:ext uri="{FF2B5EF4-FFF2-40B4-BE49-F238E27FC236}">
                              <a16:creationId xmlns:a16="http://schemas.microsoft.com/office/drawing/2014/main" id="{EB2905AC-5619-76F9-C2A4-97E2CD0A49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86" name="TextBox 12">
                        <a:extLst>
                          <a:ext uri="{FF2B5EF4-FFF2-40B4-BE49-F238E27FC236}">
                            <a16:creationId xmlns:a16="http://schemas.microsoft.com/office/drawing/2014/main" id="{D51D85F4-BF62-408B-0672-8BA388086A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87" name="矩形 25">
                        <a:extLst>
                          <a:ext uri="{FF2B5EF4-FFF2-40B4-BE49-F238E27FC236}">
                            <a16:creationId xmlns:a16="http://schemas.microsoft.com/office/drawing/2014/main" id="{D565E2D0-FD3E-DD21-8BFB-884EE2C6E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i="0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blipFill>
                            <a:blip r:embed="rId25"/>
                            <a:stretch>
                              <a:fillRect b="-1071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4156" name="文本框 34">
                      <a:extLst>
                        <a:ext uri="{FF2B5EF4-FFF2-40B4-BE49-F238E27FC236}">
                          <a16:creationId xmlns:a16="http://schemas.microsoft.com/office/drawing/2014/main" id="{ECD30F9B-CE5B-154B-560F-9C0BEA0C5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4157" name="文本框 35">
                      <a:extLst>
                        <a:ext uri="{FF2B5EF4-FFF2-40B4-BE49-F238E27FC236}">
                          <a16:creationId xmlns:a16="http://schemas.microsoft.com/office/drawing/2014/main" id="{CECF0B86-6A6A-7060-E6B6-5B16F34AB9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58" name="文本框 40">
                      <a:extLst>
                        <a:ext uri="{FF2B5EF4-FFF2-40B4-BE49-F238E27FC236}">
                          <a16:creationId xmlns:a16="http://schemas.microsoft.com/office/drawing/2014/main" id="{4F35D039-9738-6D64-8C45-B48EFD7FC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159" name="文本框 41">
                      <a:extLst>
                        <a:ext uri="{FF2B5EF4-FFF2-40B4-BE49-F238E27FC236}">
                          <a16:creationId xmlns:a16="http://schemas.microsoft.com/office/drawing/2014/main" id="{A95C4265-0827-59D3-7251-FC3F84AB63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153" name="文本框 48">
                    <a:extLst>
                      <a:ext uri="{FF2B5EF4-FFF2-40B4-BE49-F238E27FC236}">
                        <a16:creationId xmlns:a16="http://schemas.microsoft.com/office/drawing/2014/main" id="{EEEBD3BF-3442-EA5B-5B3B-6B46AC0E1C1C}"/>
                      </a:ext>
                    </a:extLst>
                  </p:cNvPr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(a)</a:t>
                    </a:r>
                    <a:r>
                      <a:rPr lang="zh-CN" altLang="en-US" dirty="0"/>
                      <a:t> </a:t>
                    </a:r>
                    <a:r>
                      <a:rPr lang="en-US" altLang="zh-CN" dirty="0"/>
                      <a:t>Horizontal Constraints Types</a:t>
                    </a:r>
                  </a:p>
                </p:txBody>
              </p:sp>
              <p:sp>
                <p:nvSpPr>
                  <p:cNvPr id="4154" name="文本框 49">
                    <a:extLst>
                      <a:ext uri="{FF2B5EF4-FFF2-40B4-BE49-F238E27FC236}">
                        <a16:creationId xmlns:a16="http://schemas.microsoft.com/office/drawing/2014/main" id="{DCED6F41-04F9-BEF1-6980-D9B6E2520BA9}"/>
                      </a:ext>
                    </a:extLst>
                  </p:cNvPr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(b) Horizontal Construction Types</a:t>
                    </a:r>
                  </a:p>
                </p:txBody>
              </p:sp>
            </p:grpSp>
          </p:grpSp>
          <p:grpSp>
            <p:nvGrpSpPr>
              <p:cNvPr id="30" name="组合 9">
                <a:extLst>
                  <a:ext uri="{FF2B5EF4-FFF2-40B4-BE49-F238E27FC236}">
                    <a16:creationId xmlns:a16="http://schemas.microsoft.com/office/drawing/2014/main" id="{A90C9F71-906E-9AE7-834A-2B96F85F2121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36" name="组合 77">
                  <a:extLst>
                    <a:ext uri="{FF2B5EF4-FFF2-40B4-BE49-F238E27FC236}">
                      <a16:creationId xmlns:a16="http://schemas.microsoft.com/office/drawing/2014/main" id="{6B1A4D8C-07DE-B785-76A0-4D9B243541DE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43" name="组合 72">
                    <a:extLst>
                      <a:ext uri="{FF2B5EF4-FFF2-40B4-BE49-F238E27FC236}">
                        <a16:creationId xmlns:a16="http://schemas.microsoft.com/office/drawing/2014/main" id="{A005AE9D-057A-AB7F-B31E-F93705ABDA1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4139" name="TextBox 264">
                      <a:extLst>
                        <a:ext uri="{FF2B5EF4-FFF2-40B4-BE49-F238E27FC236}">
                          <a16:creationId xmlns:a16="http://schemas.microsoft.com/office/drawing/2014/main" id="{55581D6C-685D-B63C-F573-3503187FC2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4140" name="组合 25">
                      <a:extLst>
                        <a:ext uri="{FF2B5EF4-FFF2-40B4-BE49-F238E27FC236}">
                          <a16:creationId xmlns:a16="http://schemas.microsoft.com/office/drawing/2014/main" id="{A8D381BE-0C07-3D5B-4CD9-6762A4A324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4142" name="直接箭头连接符 7">
                        <a:extLst>
                          <a:ext uri="{FF2B5EF4-FFF2-40B4-BE49-F238E27FC236}">
                            <a16:creationId xmlns:a16="http://schemas.microsoft.com/office/drawing/2014/main" id="{B9DDD68F-1610-4BEF-159A-61EA6341886E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43" name="直接箭头连接符 8">
                        <a:extLst>
                          <a:ext uri="{FF2B5EF4-FFF2-40B4-BE49-F238E27FC236}">
                            <a16:creationId xmlns:a16="http://schemas.microsoft.com/office/drawing/2014/main" id="{0836401A-4A3D-4034-A96F-166207C78FD5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144" name="任意多边形 12">
                        <a:extLst>
                          <a:ext uri="{FF2B5EF4-FFF2-40B4-BE49-F238E27FC236}">
                            <a16:creationId xmlns:a16="http://schemas.microsoft.com/office/drawing/2014/main" id="{70F47C13-D482-E2CD-FCB4-D41FC48AE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4145" name="组合 17">
                        <a:extLst>
                          <a:ext uri="{FF2B5EF4-FFF2-40B4-BE49-F238E27FC236}">
                            <a16:creationId xmlns:a16="http://schemas.microsoft.com/office/drawing/2014/main" id="{6092A1E0-1693-7D09-6913-3FB06F45EC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46" name="TextBox 256">
                          <a:extLst>
                            <a:ext uri="{FF2B5EF4-FFF2-40B4-BE49-F238E27FC236}">
                              <a16:creationId xmlns:a16="http://schemas.microsoft.com/office/drawing/2014/main" id="{7F88CA1D-7587-5272-9B33-2124E9A89C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47" name="文本框 13">
                          <a:extLst>
                            <a:ext uri="{FF2B5EF4-FFF2-40B4-BE49-F238E27FC236}">
                              <a16:creationId xmlns:a16="http://schemas.microsoft.com/office/drawing/2014/main" id="{3BBC562E-FF3F-7329-E821-8BE6E96A6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48" name="文本框 14">
                          <a:extLst>
                            <a:ext uri="{FF2B5EF4-FFF2-40B4-BE49-F238E27FC236}">
                              <a16:creationId xmlns:a16="http://schemas.microsoft.com/office/drawing/2014/main" id="{5DDFAB55-96D6-90C5-3BE3-A550677F58E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4141" name="图片 15">
                      <a:extLst>
                        <a:ext uri="{FF2B5EF4-FFF2-40B4-BE49-F238E27FC236}">
                          <a16:creationId xmlns:a16="http://schemas.microsoft.com/office/drawing/2014/main" id="{3BDFFF4B-092D-74D6-D124-DA7D46C0684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44" name="组合 74">
                    <a:extLst>
                      <a:ext uri="{FF2B5EF4-FFF2-40B4-BE49-F238E27FC236}">
                        <a16:creationId xmlns:a16="http://schemas.microsoft.com/office/drawing/2014/main" id="{4F869F3F-C066-73F0-84C1-50A06AB6F678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4129" name="图片 1">
                      <a:extLst>
                        <a:ext uri="{FF2B5EF4-FFF2-40B4-BE49-F238E27FC236}">
                          <a16:creationId xmlns:a16="http://schemas.microsoft.com/office/drawing/2014/main" id="{C75ACCF9-681F-F81A-0696-DDE0AF2DB1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30" name="文本框 2">
                      <a:extLst>
                        <a:ext uri="{FF2B5EF4-FFF2-40B4-BE49-F238E27FC236}">
                          <a16:creationId xmlns:a16="http://schemas.microsoft.com/office/drawing/2014/main" id="{271D9EDE-7E2C-E9DD-2AF3-3690BB2E9C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4131" name="组合 22">
                      <a:extLst>
                        <a:ext uri="{FF2B5EF4-FFF2-40B4-BE49-F238E27FC236}">
                          <a16:creationId xmlns:a16="http://schemas.microsoft.com/office/drawing/2014/main" id="{4440B564-D30C-695E-338E-E894A34858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4132" name="直接箭头连接符 3">
                        <a:extLst>
                          <a:ext uri="{FF2B5EF4-FFF2-40B4-BE49-F238E27FC236}">
                            <a16:creationId xmlns:a16="http://schemas.microsoft.com/office/drawing/2014/main" id="{766DF57F-C36E-A988-43ED-F9AE04037A0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3" name="直接箭头连接符 4">
                        <a:extLst>
                          <a:ext uri="{FF2B5EF4-FFF2-40B4-BE49-F238E27FC236}">
                            <a16:creationId xmlns:a16="http://schemas.microsoft.com/office/drawing/2014/main" id="{7DB9F130-767D-679D-5830-2455AF5B749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4" name="直接连接符 5">
                        <a:extLst>
                          <a:ext uri="{FF2B5EF4-FFF2-40B4-BE49-F238E27FC236}">
                            <a16:creationId xmlns:a16="http://schemas.microsoft.com/office/drawing/2014/main" id="{BCC0D799-6A77-4C4E-E411-59B1B0FB3910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35" name="组合 18">
                        <a:extLst>
                          <a:ext uri="{FF2B5EF4-FFF2-40B4-BE49-F238E27FC236}">
                            <a16:creationId xmlns:a16="http://schemas.microsoft.com/office/drawing/2014/main" id="{63B9291B-03E3-9C0F-B77B-2DF98397E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36" name="TextBox 256">
                          <a:extLst>
                            <a:ext uri="{FF2B5EF4-FFF2-40B4-BE49-F238E27FC236}">
                              <a16:creationId xmlns:a16="http://schemas.microsoft.com/office/drawing/2014/main" id="{1DC428E8-CDF5-092C-8CB3-9DA8A9AED3C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37" name="文本框 20">
                          <a:extLst>
                            <a:ext uri="{FF2B5EF4-FFF2-40B4-BE49-F238E27FC236}">
                              <a16:creationId xmlns:a16="http://schemas.microsoft.com/office/drawing/2014/main" id="{8AC58811-C301-1CCD-2770-D6D70D4ACAD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38" name="文本框 21">
                          <a:extLst>
                            <a:ext uri="{FF2B5EF4-FFF2-40B4-BE49-F238E27FC236}">
                              <a16:creationId xmlns:a16="http://schemas.microsoft.com/office/drawing/2014/main" id="{A20FE4D1-518D-2C16-A6C2-1D061A35240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3" name="组合 76">
                    <a:extLst>
                      <a:ext uri="{FF2B5EF4-FFF2-40B4-BE49-F238E27FC236}">
                        <a16:creationId xmlns:a16="http://schemas.microsoft.com/office/drawing/2014/main" id="{241B60CF-0436-FE37-382C-E206AD456372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4119" name="图片 16">
                      <a:extLst>
                        <a:ext uri="{FF2B5EF4-FFF2-40B4-BE49-F238E27FC236}">
                          <a16:creationId xmlns:a16="http://schemas.microsoft.com/office/drawing/2014/main" id="{509B69DA-FBEC-AB21-DF01-4048F4A1588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20" name="TextBox 190">
                      <a:extLst>
                        <a:ext uri="{FF2B5EF4-FFF2-40B4-BE49-F238E27FC236}">
                          <a16:creationId xmlns:a16="http://schemas.microsoft.com/office/drawing/2014/main" id="{121D063A-2C72-7ACF-96F7-CFD29F1DCB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4121" name="组合 48">
                      <a:extLst>
                        <a:ext uri="{FF2B5EF4-FFF2-40B4-BE49-F238E27FC236}">
                          <a16:creationId xmlns:a16="http://schemas.microsoft.com/office/drawing/2014/main" id="{EA5E1381-3F76-86A0-15A6-A5B1C02670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4122" name="任意多边形 36">
                        <a:extLst>
                          <a:ext uri="{FF2B5EF4-FFF2-40B4-BE49-F238E27FC236}">
                            <a16:creationId xmlns:a16="http://schemas.microsoft.com/office/drawing/2014/main" id="{DE9886C2-FEF3-D74C-7079-9EF3673087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4123" name="直接箭头连接符 38">
                        <a:extLst>
                          <a:ext uri="{FF2B5EF4-FFF2-40B4-BE49-F238E27FC236}">
                            <a16:creationId xmlns:a16="http://schemas.microsoft.com/office/drawing/2014/main" id="{0BF0587E-57C1-3BD1-635C-766AC988038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24" name="直接箭头连接符 39">
                        <a:extLst>
                          <a:ext uri="{FF2B5EF4-FFF2-40B4-BE49-F238E27FC236}">
                            <a16:creationId xmlns:a16="http://schemas.microsoft.com/office/drawing/2014/main" id="{82B6955A-2F0A-51EA-2D5C-37FA037F5E86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25" name="组合 44">
                        <a:extLst>
                          <a:ext uri="{FF2B5EF4-FFF2-40B4-BE49-F238E27FC236}">
                            <a16:creationId xmlns:a16="http://schemas.microsoft.com/office/drawing/2014/main" id="{160A8AA1-AA2C-1740-DCDF-D4FF7C7C3F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26" name="TextBox 256">
                          <a:extLst>
                            <a:ext uri="{FF2B5EF4-FFF2-40B4-BE49-F238E27FC236}">
                              <a16:creationId xmlns:a16="http://schemas.microsoft.com/office/drawing/2014/main" id="{3E2EBFF4-91E6-FBDB-2285-409887E953A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27" name="文本框 46">
                          <a:extLst>
                            <a:ext uri="{FF2B5EF4-FFF2-40B4-BE49-F238E27FC236}">
                              <a16:creationId xmlns:a16="http://schemas.microsoft.com/office/drawing/2014/main" id="{658AE69F-1CC6-E6E8-5294-AEEC92C742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28" name="文本框 47">
                          <a:extLst>
                            <a:ext uri="{FF2B5EF4-FFF2-40B4-BE49-F238E27FC236}">
                              <a16:creationId xmlns:a16="http://schemas.microsoft.com/office/drawing/2014/main" id="{19C4D399-5593-A4BE-0582-8B633185DD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4" name="组合 75">
                    <a:extLst>
                      <a:ext uri="{FF2B5EF4-FFF2-40B4-BE49-F238E27FC236}">
                        <a16:creationId xmlns:a16="http://schemas.microsoft.com/office/drawing/2014/main" id="{B7F2241A-66C3-3343-FE97-057D525A189D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4108" name="图片 6">
                      <a:extLst>
                        <a:ext uri="{FF2B5EF4-FFF2-40B4-BE49-F238E27FC236}">
                          <a16:creationId xmlns:a16="http://schemas.microsoft.com/office/drawing/2014/main" id="{71939E17-1133-4569-5C57-161BB2164D4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09" name="TextBox 191">
                      <a:extLst>
                        <a:ext uri="{FF2B5EF4-FFF2-40B4-BE49-F238E27FC236}">
                          <a16:creationId xmlns:a16="http://schemas.microsoft.com/office/drawing/2014/main" id="{5C2E2492-F04C-2FB5-BF75-262C81A7A2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4110" name="组合 51">
                      <a:extLst>
                        <a:ext uri="{FF2B5EF4-FFF2-40B4-BE49-F238E27FC236}">
                          <a16:creationId xmlns:a16="http://schemas.microsoft.com/office/drawing/2014/main" id="{FD65D97F-DBC7-5620-E9E4-39E525AC25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4111" name="组合 26">
                        <a:extLst>
                          <a:ext uri="{FF2B5EF4-FFF2-40B4-BE49-F238E27FC236}">
                            <a16:creationId xmlns:a16="http://schemas.microsoft.com/office/drawing/2014/main" id="{0BB88102-F1EC-E4F9-50EB-840ECB92DF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4113" name="直接箭头连接符 27">
                          <a:extLst>
                            <a:ext uri="{FF2B5EF4-FFF2-40B4-BE49-F238E27FC236}">
                              <a16:creationId xmlns:a16="http://schemas.microsoft.com/office/drawing/2014/main" id="{00BF78B0-FD07-9D66-B518-86A0674D9C8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14" name="直接箭头连接符 28">
                          <a:extLst>
                            <a:ext uri="{FF2B5EF4-FFF2-40B4-BE49-F238E27FC236}">
                              <a16:creationId xmlns:a16="http://schemas.microsoft.com/office/drawing/2014/main" id="{ABA6085E-D80B-05BA-76C1-F107FCF5199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15" name="组合 30">
                          <a:extLst>
                            <a:ext uri="{FF2B5EF4-FFF2-40B4-BE49-F238E27FC236}">
                              <a16:creationId xmlns:a16="http://schemas.microsoft.com/office/drawing/2014/main" id="{B2134FAF-444E-CF7C-50CF-AC1E677B9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16" name="TextBox 256">
                            <a:extLst>
                              <a:ext uri="{FF2B5EF4-FFF2-40B4-BE49-F238E27FC236}">
                                <a16:creationId xmlns:a16="http://schemas.microsoft.com/office/drawing/2014/main" id="{C84C41DC-7CE6-FD51-9B26-67DFD01F107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17" name="文本框 32">
                            <a:extLst>
                              <a:ext uri="{FF2B5EF4-FFF2-40B4-BE49-F238E27FC236}">
                                <a16:creationId xmlns:a16="http://schemas.microsoft.com/office/drawing/2014/main" id="{392BBB3C-1B24-4377-0129-1DE6D51CFDD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18" name="文本框 33">
                            <a:extLst>
                              <a:ext uri="{FF2B5EF4-FFF2-40B4-BE49-F238E27FC236}">
                                <a16:creationId xmlns:a16="http://schemas.microsoft.com/office/drawing/2014/main" id="{A17DCAE3-361A-26E7-C8F3-46E0F74DD1A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12" name="任意多边形 50">
                        <a:extLst>
                          <a:ext uri="{FF2B5EF4-FFF2-40B4-BE49-F238E27FC236}">
                            <a16:creationId xmlns:a16="http://schemas.microsoft.com/office/drawing/2014/main" id="{56D8E8B2-6E5D-BDF5-F426-20C8245D8B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55" name="组合 73">
                    <a:extLst>
                      <a:ext uri="{FF2B5EF4-FFF2-40B4-BE49-F238E27FC236}">
                        <a16:creationId xmlns:a16="http://schemas.microsoft.com/office/drawing/2014/main" id="{AEEED697-92D4-5CAB-5701-58B1092B51E4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57" name="TextBox 190">
                      <a:extLst>
                        <a:ext uri="{FF2B5EF4-FFF2-40B4-BE49-F238E27FC236}">
                          <a16:creationId xmlns:a16="http://schemas.microsoft.com/office/drawing/2014/main" id="{312FEB93-E4A3-7EED-F270-5FA6D80C42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4096" name="图片 65">
                      <a:extLst>
                        <a:ext uri="{FF2B5EF4-FFF2-40B4-BE49-F238E27FC236}">
                          <a16:creationId xmlns:a16="http://schemas.microsoft.com/office/drawing/2014/main" id="{6131E603-85EC-7D4C-3CA3-1AAC1F0C716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4097" name="组合 71">
                      <a:extLst>
                        <a:ext uri="{FF2B5EF4-FFF2-40B4-BE49-F238E27FC236}">
                          <a16:creationId xmlns:a16="http://schemas.microsoft.com/office/drawing/2014/main" id="{FBCAB0C2-C803-7720-AEC9-1F03A3D8D3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4099" name="组合 55">
                        <a:extLst>
                          <a:ext uri="{FF2B5EF4-FFF2-40B4-BE49-F238E27FC236}">
                            <a16:creationId xmlns:a16="http://schemas.microsoft.com/office/drawing/2014/main" id="{98E41A85-64A6-CDC4-7FF4-F22345BBB0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4102" name="直接箭头连接符 57">
                          <a:extLst>
                            <a:ext uri="{FF2B5EF4-FFF2-40B4-BE49-F238E27FC236}">
                              <a16:creationId xmlns:a16="http://schemas.microsoft.com/office/drawing/2014/main" id="{09F2B820-AC5E-926F-64DF-472FA5F4FCB4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03" name="直接箭头连接符 58">
                          <a:extLst>
                            <a:ext uri="{FF2B5EF4-FFF2-40B4-BE49-F238E27FC236}">
                              <a16:creationId xmlns:a16="http://schemas.microsoft.com/office/drawing/2014/main" id="{08D0FD10-A05F-1770-BB92-3873C00403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04" name="组合 59">
                          <a:extLst>
                            <a:ext uri="{FF2B5EF4-FFF2-40B4-BE49-F238E27FC236}">
                              <a16:creationId xmlns:a16="http://schemas.microsoft.com/office/drawing/2014/main" id="{6DD1C668-D663-918A-CCBC-5CF430C501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05" name="TextBox 256">
                            <a:extLst>
                              <a:ext uri="{FF2B5EF4-FFF2-40B4-BE49-F238E27FC236}">
                                <a16:creationId xmlns:a16="http://schemas.microsoft.com/office/drawing/2014/main" id="{991B03C5-C96D-EC10-0321-CFF583E68A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06" name="文本框 61">
                            <a:extLst>
                              <a:ext uri="{FF2B5EF4-FFF2-40B4-BE49-F238E27FC236}">
                                <a16:creationId xmlns:a16="http://schemas.microsoft.com/office/drawing/2014/main" id="{E03C1D10-1BCD-B268-96F5-36D10E43CC6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07" name="文本框 62">
                            <a:extLst>
                              <a:ext uri="{FF2B5EF4-FFF2-40B4-BE49-F238E27FC236}">
                                <a16:creationId xmlns:a16="http://schemas.microsoft.com/office/drawing/2014/main" id="{CC151A6F-416E-0EC5-EA23-3B1CA72CA16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01" name="任意多边形 67">
                        <a:extLst>
                          <a:ext uri="{FF2B5EF4-FFF2-40B4-BE49-F238E27FC236}">
                            <a16:creationId xmlns:a16="http://schemas.microsoft.com/office/drawing/2014/main" id="{9E026BCC-E6DB-5C06-202D-A6580495B2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38" name="文本框 6">
                  <a:extLst>
                    <a:ext uri="{FF2B5EF4-FFF2-40B4-BE49-F238E27FC236}">
                      <a16:creationId xmlns:a16="http://schemas.microsoft.com/office/drawing/2014/main" id="{B8C65915-8BB6-831E-0C90-A91F8EE6DD90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(c) Vertical Profile Types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/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blipFill>
                  <a:blip r:embed="rId26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5655230" y="9428326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15378535" y="10337801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23352506" y="10026329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4789150" y="7893468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3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6403678" y="10029901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2118170" y="2203787"/>
            <a:ext cx="7280472" cy="4136053"/>
            <a:chOff x="3230662" y="4455045"/>
            <a:chExt cx="7280472" cy="4136053"/>
          </a:xfrm>
        </p:grpSpPr>
        <p:sp>
          <p:nvSpPr>
            <p:cNvPr id="170" name="矩形 169"/>
            <p:cNvSpPr/>
            <p:nvPr/>
          </p:nvSpPr>
          <p:spPr>
            <a:xfrm>
              <a:off x="3230662" y="4455045"/>
              <a:ext cx="7280472" cy="4136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584665D-B15F-E01B-64D6-125ED15CEE2C}"/>
              </a:ext>
            </a:extLst>
          </p:cNvPr>
          <p:cNvGrpSpPr/>
          <p:nvPr/>
        </p:nvGrpSpPr>
        <p:grpSpPr>
          <a:xfrm>
            <a:off x="15727566" y="2203787"/>
            <a:ext cx="7044055" cy="4353560"/>
            <a:chOff x="3314700" y="4378960"/>
            <a:chExt cx="7044055" cy="4353560"/>
          </a:xfrm>
        </p:grpSpPr>
        <p:sp>
          <p:nvSpPr>
            <p:cNvPr id="160" name="矩形 169">
              <a:extLst>
                <a:ext uri="{FF2B5EF4-FFF2-40B4-BE49-F238E27FC236}">
                  <a16:creationId xmlns:a16="http://schemas.microsoft.com/office/drawing/2014/main" id="{AC26F88F-CE62-4D7A-4A6A-A6A3AEE585AC}"/>
                </a:ext>
              </a:extLst>
            </p:cNvPr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1" name="图片 124" descr="horizontal_scatter">
              <a:extLst>
                <a:ext uri="{FF2B5EF4-FFF2-40B4-BE49-F238E27FC236}">
                  <a16:creationId xmlns:a16="http://schemas.microsoft.com/office/drawing/2014/main" id="{75985CD3-ACD4-4C8A-9822-543F4BB8D5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162" name="组合 72">
              <a:extLst>
                <a:ext uri="{FF2B5EF4-FFF2-40B4-BE49-F238E27FC236}">
                  <a16:creationId xmlns:a16="http://schemas.microsoft.com/office/drawing/2014/main" id="{6AA09422-499D-82C2-4F24-1EF186D501DE}"/>
                </a:ext>
              </a:extLst>
            </p:cNvPr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224" name="组合 73">
                <a:extLst>
                  <a:ext uri="{FF2B5EF4-FFF2-40B4-BE49-F238E27FC236}">
                    <a16:creationId xmlns:a16="http://schemas.microsoft.com/office/drawing/2014/main" id="{85A07510-67EE-878D-5034-A0E9B5803CB0}"/>
                  </a:ext>
                </a:extLst>
              </p:cNvPr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230" name="矩形 76">
                  <a:extLst>
                    <a:ext uri="{FF2B5EF4-FFF2-40B4-BE49-F238E27FC236}">
                      <a16:creationId xmlns:a16="http://schemas.microsoft.com/office/drawing/2014/main" id="{0555D13E-6765-949B-3B75-65C74666A1FD}"/>
                    </a:ext>
                  </a:extLst>
                </p:cNvPr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1" name="矩形 77">
                  <a:extLst>
                    <a:ext uri="{FF2B5EF4-FFF2-40B4-BE49-F238E27FC236}">
                      <a16:creationId xmlns:a16="http://schemas.microsoft.com/office/drawing/2014/main" id="{BCF76343-CE3D-1A15-88C3-CCFB3BFBF7ED}"/>
                    </a:ext>
                  </a:extLst>
                </p:cNvPr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2" name="文本框 78">
                  <a:extLst>
                    <a:ext uri="{FF2B5EF4-FFF2-40B4-BE49-F238E27FC236}">
                      <a16:creationId xmlns:a16="http://schemas.microsoft.com/office/drawing/2014/main" id="{AC03A2D5-E3BE-9C89-C867-4B7EC4FDEBE0}"/>
                    </a:ext>
                  </a:extLst>
                </p:cNvPr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33" name="文本框 79">
                  <a:extLst>
                    <a:ext uri="{FF2B5EF4-FFF2-40B4-BE49-F238E27FC236}">
                      <a16:creationId xmlns:a16="http://schemas.microsoft.com/office/drawing/2014/main" id="{FB1C04EE-4E2A-BA81-04B1-FDAEEA84E426}"/>
                    </a:ext>
                  </a:extLst>
                </p:cNvPr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234" name="文本框 80">
                  <a:extLst>
                    <a:ext uri="{FF2B5EF4-FFF2-40B4-BE49-F238E27FC236}">
                      <a16:creationId xmlns:a16="http://schemas.microsoft.com/office/drawing/2014/main" id="{3946BCC0-5D43-BDB5-E8AF-DEC9D0FDB9AB}"/>
                    </a:ext>
                  </a:extLst>
                </p:cNvPr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235" name="文本框 81">
                  <a:extLst>
                    <a:ext uri="{FF2B5EF4-FFF2-40B4-BE49-F238E27FC236}">
                      <a16:creationId xmlns:a16="http://schemas.microsoft.com/office/drawing/2014/main" id="{861D4EEE-EC11-68D0-FFDC-90562AD774BE}"/>
                    </a:ext>
                  </a:extLst>
                </p:cNvPr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236" name="文本框 82">
                  <a:extLst>
                    <a:ext uri="{FF2B5EF4-FFF2-40B4-BE49-F238E27FC236}">
                      <a16:creationId xmlns:a16="http://schemas.microsoft.com/office/drawing/2014/main" id="{E6B39D20-E2D6-AFA9-EC44-B4DFA8C8BB0B}"/>
                    </a:ext>
                  </a:extLst>
                </p:cNvPr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237" name="文本框 83">
                  <a:extLst>
                    <a:ext uri="{FF2B5EF4-FFF2-40B4-BE49-F238E27FC236}">
                      <a16:creationId xmlns:a16="http://schemas.microsoft.com/office/drawing/2014/main" id="{853B11E4-A92A-E112-55C6-AE937375B0A6}"/>
                    </a:ext>
                  </a:extLst>
                </p:cNvPr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238" name="文本框 84">
                  <a:extLst>
                    <a:ext uri="{FF2B5EF4-FFF2-40B4-BE49-F238E27FC236}">
                      <a16:creationId xmlns:a16="http://schemas.microsoft.com/office/drawing/2014/main" id="{51E11E0B-D26E-011B-8416-053CF0416E71}"/>
                    </a:ext>
                  </a:extLst>
                </p:cNvPr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239" name="文本框 85">
                  <a:extLst>
                    <a:ext uri="{FF2B5EF4-FFF2-40B4-BE49-F238E27FC236}">
                      <a16:creationId xmlns:a16="http://schemas.microsoft.com/office/drawing/2014/main" id="{0273FB50-7F70-6CA6-A02B-B471133F3FC3}"/>
                    </a:ext>
                  </a:extLst>
                </p:cNvPr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文本框 86">
                    <a:extLst>
                      <a:ext uri="{FF2B5EF4-FFF2-40B4-BE49-F238E27FC236}">
                        <a16:creationId xmlns:a16="http://schemas.microsoft.com/office/drawing/2014/main" id="{346208FD-E45A-AD34-606B-23FE1BB02C4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6" name="文本框 87">
                <a:extLst>
                  <a:ext uri="{FF2B5EF4-FFF2-40B4-BE49-F238E27FC236}">
                    <a16:creationId xmlns:a16="http://schemas.microsoft.com/office/drawing/2014/main" id="{C1016D71-2FB0-D99D-256B-82550BF59416}"/>
                  </a:ext>
                </a:extLst>
              </p:cNvPr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227" name="文本框 88">
                <a:extLst>
                  <a:ext uri="{FF2B5EF4-FFF2-40B4-BE49-F238E27FC236}">
                    <a16:creationId xmlns:a16="http://schemas.microsoft.com/office/drawing/2014/main" id="{D9F9B0F5-7B51-C87E-E502-CCA053EF286A}"/>
                  </a:ext>
                </a:extLst>
              </p:cNvPr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228" name="文本框 89">
                <a:extLst>
                  <a:ext uri="{FF2B5EF4-FFF2-40B4-BE49-F238E27FC236}">
                    <a16:creationId xmlns:a16="http://schemas.microsoft.com/office/drawing/2014/main" id="{F6AFB23F-6A2F-42A3-C075-93A1106E2638}"/>
                  </a:ext>
                </a:extLst>
              </p:cNvPr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29" name="文本框 90">
                <a:extLst>
                  <a:ext uri="{FF2B5EF4-FFF2-40B4-BE49-F238E27FC236}">
                    <a16:creationId xmlns:a16="http://schemas.microsoft.com/office/drawing/2014/main" id="{F1F9D5A0-D3FA-1266-E943-D1E95B676B2A}"/>
                  </a:ext>
                </a:extLst>
              </p:cNvPr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63" name="文本框 125">
              <a:extLst>
                <a:ext uri="{FF2B5EF4-FFF2-40B4-BE49-F238E27FC236}">
                  <a16:creationId xmlns:a16="http://schemas.microsoft.com/office/drawing/2014/main" id="{97A06B23-56BF-66F1-E63F-20DC9849D058}"/>
                </a:ext>
              </a:extLst>
            </p:cNvPr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64" name="组合 126">
              <a:extLst>
                <a:ext uri="{FF2B5EF4-FFF2-40B4-BE49-F238E27FC236}">
                  <a16:creationId xmlns:a16="http://schemas.microsoft.com/office/drawing/2014/main" id="{37319C59-D230-2C97-ED1A-2145A65E3AD0}"/>
                </a:ext>
              </a:extLst>
            </p:cNvPr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207" name="矩形 129">
                <a:extLst>
                  <a:ext uri="{FF2B5EF4-FFF2-40B4-BE49-F238E27FC236}">
                    <a16:creationId xmlns:a16="http://schemas.microsoft.com/office/drawing/2014/main" id="{9E7330DA-D96D-985E-AB92-66E4DD9B3339}"/>
                  </a:ext>
                </a:extLst>
              </p:cNvPr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8" name="矩形 130">
                <a:extLst>
                  <a:ext uri="{FF2B5EF4-FFF2-40B4-BE49-F238E27FC236}">
                    <a16:creationId xmlns:a16="http://schemas.microsoft.com/office/drawing/2014/main" id="{62206564-D0AD-68B8-F5D0-B5DDA47B9B78}"/>
                  </a:ext>
                </a:extLst>
              </p:cNvPr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131">
                    <a:extLst>
                      <a:ext uri="{FF2B5EF4-FFF2-40B4-BE49-F238E27FC236}">
                        <a16:creationId xmlns:a16="http://schemas.microsoft.com/office/drawing/2014/main" id="{A3CF0A04-2C78-5799-E1FB-CB6FAFCE2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0" name="组合 132">
                <a:extLst>
                  <a:ext uri="{FF2B5EF4-FFF2-40B4-BE49-F238E27FC236}">
                    <a16:creationId xmlns:a16="http://schemas.microsoft.com/office/drawing/2014/main" id="{338980C4-6C57-8F5F-3BC4-1D8D2863A2D0}"/>
                  </a:ext>
                </a:extLst>
              </p:cNvPr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216" name="文本框 133">
                  <a:extLst>
                    <a:ext uri="{FF2B5EF4-FFF2-40B4-BE49-F238E27FC236}">
                      <a16:creationId xmlns:a16="http://schemas.microsoft.com/office/drawing/2014/main" id="{326D63FA-2EBA-410C-B05B-44A4D52C5585}"/>
                    </a:ext>
                  </a:extLst>
                </p:cNvPr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217" name="文本框 134">
                  <a:extLst>
                    <a:ext uri="{FF2B5EF4-FFF2-40B4-BE49-F238E27FC236}">
                      <a16:creationId xmlns:a16="http://schemas.microsoft.com/office/drawing/2014/main" id="{326A87CC-5DE1-CD53-7967-E74672EF389A}"/>
                    </a:ext>
                  </a:extLst>
                </p:cNvPr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218" name="文本框 135">
                  <a:extLst>
                    <a:ext uri="{FF2B5EF4-FFF2-40B4-BE49-F238E27FC236}">
                      <a16:creationId xmlns:a16="http://schemas.microsoft.com/office/drawing/2014/main" id="{67D40A03-0EF0-57F9-8EE5-0172D260ECB8}"/>
                    </a:ext>
                  </a:extLst>
                </p:cNvPr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219" name="文本框 136">
                  <a:extLst>
                    <a:ext uri="{FF2B5EF4-FFF2-40B4-BE49-F238E27FC236}">
                      <a16:creationId xmlns:a16="http://schemas.microsoft.com/office/drawing/2014/main" id="{2050C5F2-19D0-C611-6191-585E6AEAFBEB}"/>
                    </a:ext>
                  </a:extLst>
                </p:cNvPr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220" name="文本框 137">
                  <a:extLst>
                    <a:ext uri="{FF2B5EF4-FFF2-40B4-BE49-F238E27FC236}">
                      <a16:creationId xmlns:a16="http://schemas.microsoft.com/office/drawing/2014/main" id="{9B3A3EE8-FA7A-E6B6-8DE4-D9A95E7520E4}"/>
                    </a:ext>
                  </a:extLst>
                </p:cNvPr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221" name="文本框 138">
                  <a:extLst>
                    <a:ext uri="{FF2B5EF4-FFF2-40B4-BE49-F238E27FC236}">
                      <a16:creationId xmlns:a16="http://schemas.microsoft.com/office/drawing/2014/main" id="{ECF4932D-09EA-B6A3-ABDA-1A33B9111304}"/>
                    </a:ext>
                  </a:extLst>
                </p:cNvPr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222" name="文本框 139">
                  <a:extLst>
                    <a:ext uri="{FF2B5EF4-FFF2-40B4-BE49-F238E27FC236}">
                      <a16:creationId xmlns:a16="http://schemas.microsoft.com/office/drawing/2014/main" id="{6F343B0E-F9EC-1DEA-CBD4-EE5E984AA7EA}"/>
                    </a:ext>
                  </a:extLst>
                </p:cNvPr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23" name="文本框 140">
                  <a:extLst>
                    <a:ext uri="{FF2B5EF4-FFF2-40B4-BE49-F238E27FC236}">
                      <a16:creationId xmlns:a16="http://schemas.microsoft.com/office/drawing/2014/main" id="{F222AFD0-F83F-4637-5077-8AA7943C1C8E}"/>
                    </a:ext>
                  </a:extLst>
                </p:cNvPr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211" name="文本框 141">
                <a:extLst>
                  <a:ext uri="{FF2B5EF4-FFF2-40B4-BE49-F238E27FC236}">
                    <a16:creationId xmlns:a16="http://schemas.microsoft.com/office/drawing/2014/main" id="{7EEDC83B-565D-ED33-C5CE-F1FD4AC24B86}"/>
                  </a:ext>
                </a:extLst>
              </p:cNvPr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212" name="文本框 143">
                <a:extLst>
                  <a:ext uri="{FF2B5EF4-FFF2-40B4-BE49-F238E27FC236}">
                    <a16:creationId xmlns:a16="http://schemas.microsoft.com/office/drawing/2014/main" id="{A65BC334-3F3B-22BF-CADB-0A1A80BE89BF}"/>
                  </a:ext>
                </a:extLst>
              </p:cNvPr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213" name="文本框 145">
                <a:extLst>
                  <a:ext uri="{FF2B5EF4-FFF2-40B4-BE49-F238E27FC236}">
                    <a16:creationId xmlns:a16="http://schemas.microsoft.com/office/drawing/2014/main" id="{6E00374C-E203-3DC9-1E87-80EFE589B036}"/>
                  </a:ext>
                </a:extLst>
              </p:cNvPr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214" name="文本框 146">
                <a:extLst>
                  <a:ext uri="{FF2B5EF4-FFF2-40B4-BE49-F238E27FC236}">
                    <a16:creationId xmlns:a16="http://schemas.microsoft.com/office/drawing/2014/main" id="{77AB5692-E992-019B-1100-BAC0DB6933C1}"/>
                  </a:ext>
                </a:extLst>
              </p:cNvPr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215" name="文本框 149">
                <a:extLst>
                  <a:ext uri="{FF2B5EF4-FFF2-40B4-BE49-F238E27FC236}">
                    <a16:creationId xmlns:a16="http://schemas.microsoft.com/office/drawing/2014/main" id="{5F51FD0D-79E3-FADE-C37A-F1B6E6503197}"/>
                  </a:ext>
                </a:extLst>
              </p:cNvPr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65" name="组合 196">
              <a:extLst>
                <a:ext uri="{FF2B5EF4-FFF2-40B4-BE49-F238E27FC236}">
                  <a16:creationId xmlns:a16="http://schemas.microsoft.com/office/drawing/2014/main" id="{08F778C3-A094-BA92-0BDB-55AFA93ED48C}"/>
                </a:ext>
              </a:extLst>
            </p:cNvPr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66" name="组合 194">
                <a:extLst>
                  <a:ext uri="{FF2B5EF4-FFF2-40B4-BE49-F238E27FC236}">
                    <a16:creationId xmlns:a16="http://schemas.microsoft.com/office/drawing/2014/main" id="{6B68A283-A5DE-1AA3-E9C2-D8D9C7D22646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205" name="文本框 171">
                  <a:extLst>
                    <a:ext uri="{FF2B5EF4-FFF2-40B4-BE49-F238E27FC236}">
                      <a16:creationId xmlns:a16="http://schemas.microsoft.com/office/drawing/2014/main" id="{C7CEE333-A2F3-EA99-3EFC-654CCC58895D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206" name="椭圆 172">
                  <a:extLst>
                    <a:ext uri="{FF2B5EF4-FFF2-40B4-BE49-F238E27FC236}">
                      <a16:creationId xmlns:a16="http://schemas.microsoft.com/office/drawing/2014/main" id="{0D86F742-8A63-4C00-8AF7-CDF318EDC336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67" name="组合 195">
                <a:extLst>
                  <a:ext uri="{FF2B5EF4-FFF2-40B4-BE49-F238E27FC236}">
                    <a16:creationId xmlns:a16="http://schemas.microsoft.com/office/drawing/2014/main" id="{6CE5FF20-3530-ADAA-67E6-4AE2D5C7197A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203" name="椭圆 173">
                  <a:extLst>
                    <a:ext uri="{FF2B5EF4-FFF2-40B4-BE49-F238E27FC236}">
                      <a16:creationId xmlns:a16="http://schemas.microsoft.com/office/drawing/2014/main" id="{CC4CBE26-A89A-DC78-5235-9BA892A1DED5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4" name="文本框 174">
                  <a:extLst>
                    <a:ext uri="{FF2B5EF4-FFF2-40B4-BE49-F238E27FC236}">
                      <a16:creationId xmlns:a16="http://schemas.microsoft.com/office/drawing/2014/main" id="{6A682491-8EBA-16CA-9179-709AADABCA92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68" name="椭圆 176">
                <a:extLst>
                  <a:ext uri="{FF2B5EF4-FFF2-40B4-BE49-F238E27FC236}">
                    <a16:creationId xmlns:a16="http://schemas.microsoft.com/office/drawing/2014/main" id="{7C162382-FE06-3127-EE0C-7993F01387EC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69" name="组合 189">
                <a:extLst>
                  <a:ext uri="{FF2B5EF4-FFF2-40B4-BE49-F238E27FC236}">
                    <a16:creationId xmlns:a16="http://schemas.microsoft.com/office/drawing/2014/main" id="{C29A4923-19C1-F2A7-BD51-2B8E7F2921A1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201" name="椭圆 177">
                  <a:extLst>
                    <a:ext uri="{FF2B5EF4-FFF2-40B4-BE49-F238E27FC236}">
                      <a16:creationId xmlns:a16="http://schemas.microsoft.com/office/drawing/2014/main" id="{10CB5295-D81D-5030-5556-08AB0584163D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2" name="文本框 178">
                  <a:extLst>
                    <a:ext uri="{FF2B5EF4-FFF2-40B4-BE49-F238E27FC236}">
                      <a16:creationId xmlns:a16="http://schemas.microsoft.com/office/drawing/2014/main" id="{46D2692D-4992-5218-C2B8-BB859839EB74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71" name="组合 190">
                <a:extLst>
                  <a:ext uri="{FF2B5EF4-FFF2-40B4-BE49-F238E27FC236}">
                    <a16:creationId xmlns:a16="http://schemas.microsoft.com/office/drawing/2014/main" id="{47D06321-B9FE-767C-3429-95CCF2561437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98" name="文本框 179">
                  <a:extLst>
                    <a:ext uri="{FF2B5EF4-FFF2-40B4-BE49-F238E27FC236}">
                      <a16:creationId xmlns:a16="http://schemas.microsoft.com/office/drawing/2014/main" id="{E5905743-BAB6-0667-E8E1-2B60602776F8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200" name="椭圆 180">
                  <a:extLst>
                    <a:ext uri="{FF2B5EF4-FFF2-40B4-BE49-F238E27FC236}">
                      <a16:creationId xmlns:a16="http://schemas.microsoft.com/office/drawing/2014/main" id="{98735A98-A2D2-C88F-13E5-DF0F880E784F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84" name="组合 192">
                <a:extLst>
                  <a:ext uri="{FF2B5EF4-FFF2-40B4-BE49-F238E27FC236}">
                    <a16:creationId xmlns:a16="http://schemas.microsoft.com/office/drawing/2014/main" id="{7A073C80-B350-39D2-6691-38BB32FD6F1E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9" name="椭圆 181">
                  <a:extLst>
                    <a:ext uri="{FF2B5EF4-FFF2-40B4-BE49-F238E27FC236}">
                      <a16:creationId xmlns:a16="http://schemas.microsoft.com/office/drawing/2014/main" id="{CE03A0C0-E0DF-250D-DF79-F89D557005BF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92" name="文本框 182">
                  <a:extLst>
                    <a:ext uri="{FF2B5EF4-FFF2-40B4-BE49-F238E27FC236}">
                      <a16:creationId xmlns:a16="http://schemas.microsoft.com/office/drawing/2014/main" id="{7F499EB9-E965-43BF-23D7-C2D282EC6AE8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85" name="组合 193">
                <a:extLst>
                  <a:ext uri="{FF2B5EF4-FFF2-40B4-BE49-F238E27FC236}">
                    <a16:creationId xmlns:a16="http://schemas.microsoft.com/office/drawing/2014/main" id="{41F4C7FA-2BE3-9A22-6241-24765DB120EE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86" name="文本框 175">
                  <a:extLst>
                    <a:ext uri="{FF2B5EF4-FFF2-40B4-BE49-F238E27FC236}">
                      <a16:creationId xmlns:a16="http://schemas.microsoft.com/office/drawing/2014/main" id="{43DAFD29-0AB4-4CB7-162E-29148DD231F6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7" name="椭圆 187">
                  <a:extLst>
                    <a:ext uri="{FF2B5EF4-FFF2-40B4-BE49-F238E27FC236}">
                      <a16:creationId xmlns:a16="http://schemas.microsoft.com/office/drawing/2014/main" id="{7CC552E1-45DD-0915-4BA9-E7B578ADE2FD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D0691935-1E87-77C1-8CB3-BE9FE88DF294}"/>
              </a:ext>
            </a:extLst>
          </p:cNvPr>
          <p:cNvGrpSpPr/>
          <p:nvPr/>
        </p:nvGrpSpPr>
        <p:grpSpPr>
          <a:xfrm>
            <a:off x="10086985" y="5796074"/>
            <a:ext cx="6953438" cy="3545066"/>
            <a:chOff x="2264766" y="6481262"/>
            <a:chExt cx="7259009" cy="3700855"/>
          </a:xfrm>
        </p:grpSpPr>
        <p:grpSp>
          <p:nvGrpSpPr>
            <p:cNvPr id="72" name="组合 36">
              <a:extLst>
                <a:ext uri="{FF2B5EF4-FFF2-40B4-BE49-F238E27FC236}">
                  <a16:creationId xmlns:a16="http://schemas.microsoft.com/office/drawing/2014/main" id="{B18D262E-4DD0-F13C-4CA6-D47BF68152BC}"/>
                </a:ext>
              </a:extLst>
            </p:cNvPr>
            <p:cNvGrpSpPr/>
            <p:nvPr/>
          </p:nvGrpSpPr>
          <p:grpSpPr>
            <a:xfrm>
              <a:off x="2264766" y="9731225"/>
              <a:ext cx="3689056" cy="450892"/>
              <a:chOff x="5468" y="13333"/>
              <a:chExt cx="5626" cy="769"/>
            </a:xfrm>
          </p:grpSpPr>
          <p:sp>
            <p:nvSpPr>
              <p:cNvPr id="151" name="矩形 13">
                <a:extLst>
                  <a:ext uri="{FF2B5EF4-FFF2-40B4-BE49-F238E27FC236}">
                    <a16:creationId xmlns:a16="http://schemas.microsoft.com/office/drawing/2014/main" id="{E01FF8B6-A9CA-8AD3-90EF-AA06352C373E}"/>
                  </a:ext>
                </a:extLst>
              </p:cNvPr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2" name="文本框 14">
                <a:extLst>
                  <a:ext uri="{FF2B5EF4-FFF2-40B4-BE49-F238E27FC236}">
                    <a16:creationId xmlns:a16="http://schemas.microsoft.com/office/drawing/2014/main" id="{EC535A0D-3967-C72C-5946-F93C00FE2D88}"/>
                  </a:ext>
                </a:extLst>
              </p:cNvPr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open</a:t>
                </a:r>
              </a:p>
            </p:txBody>
          </p:sp>
          <p:sp>
            <p:nvSpPr>
              <p:cNvPr id="153" name="矩形 15">
                <a:extLst>
                  <a:ext uri="{FF2B5EF4-FFF2-40B4-BE49-F238E27FC236}">
                    <a16:creationId xmlns:a16="http://schemas.microsoft.com/office/drawing/2014/main" id="{F80614BC-E6CE-89C8-3D9A-D4B66580B8ED}"/>
                  </a:ext>
                </a:extLst>
              </p:cNvPr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4" name="文本框 16">
                <a:extLst>
                  <a:ext uri="{FF2B5EF4-FFF2-40B4-BE49-F238E27FC236}">
                    <a16:creationId xmlns:a16="http://schemas.microsoft.com/office/drawing/2014/main" id="{B697D2CF-FC00-8F49-2230-A9ACABEB3CF8}"/>
                  </a:ext>
                </a:extLst>
              </p:cNvPr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Edge constrained</a:t>
                </a:r>
              </a:p>
            </p:txBody>
          </p:sp>
          <p:sp>
            <p:nvSpPr>
              <p:cNvPr id="155" name="矩形 17">
                <a:extLst>
                  <a:ext uri="{FF2B5EF4-FFF2-40B4-BE49-F238E27FC236}">
                    <a16:creationId xmlns:a16="http://schemas.microsoft.com/office/drawing/2014/main" id="{7F331A63-341F-F78B-195A-7447FF3C4E68}"/>
                  </a:ext>
                </a:extLst>
              </p:cNvPr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6" name="矩形 18">
                <a:extLst>
                  <a:ext uri="{FF2B5EF4-FFF2-40B4-BE49-F238E27FC236}">
                    <a16:creationId xmlns:a16="http://schemas.microsoft.com/office/drawing/2014/main" id="{A488F9E1-B814-5B84-04DC-09BB116FC54E}"/>
                  </a:ext>
                </a:extLst>
              </p:cNvPr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7" name="文本框 19">
                <a:extLst>
                  <a:ext uri="{FF2B5EF4-FFF2-40B4-BE49-F238E27FC236}">
                    <a16:creationId xmlns:a16="http://schemas.microsoft.com/office/drawing/2014/main" id="{26EF61BF-3B73-A11C-3CA8-FF66E1EA7F78}"/>
                  </a:ext>
                </a:extLst>
              </p:cNvPr>
              <p:cNvSpPr txBox="1"/>
              <p:nvPr/>
            </p:nvSpPr>
            <p:spPr>
              <a:xfrm>
                <a:off x="8435" y="13333"/>
                <a:ext cx="2659" cy="4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constrained</a:t>
                </a:r>
              </a:p>
            </p:txBody>
          </p:sp>
          <p:sp>
            <p:nvSpPr>
              <p:cNvPr id="158" name="文本框 20">
                <a:extLst>
                  <a:ext uri="{FF2B5EF4-FFF2-40B4-BE49-F238E27FC236}">
                    <a16:creationId xmlns:a16="http://schemas.microsoft.com/office/drawing/2014/main" id="{69BC138B-7EDB-9B5B-6E1A-038EBEFA8AD0}"/>
                  </a:ext>
                </a:extLst>
              </p:cNvPr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Locked</a:t>
                </a:r>
              </a:p>
            </p:txBody>
          </p:sp>
        </p:grpSp>
        <p:sp>
          <p:nvSpPr>
            <p:cNvPr id="75" name="文本框 30">
              <a:extLst>
                <a:ext uri="{FF2B5EF4-FFF2-40B4-BE49-F238E27FC236}">
                  <a16:creationId xmlns:a16="http://schemas.microsoft.com/office/drawing/2014/main" id="{9696B86A-5E19-99EE-9CCA-F22D69899D07}"/>
                </a:ext>
              </a:extLst>
            </p:cNvPr>
            <p:cNvSpPr txBox="1"/>
            <p:nvPr/>
          </p:nvSpPr>
          <p:spPr>
            <a:xfrm>
              <a:off x="2615832" y="6481262"/>
              <a:ext cx="3056567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(c) Horizontal Constraint Types</a:t>
              </a:r>
            </a:p>
          </p:txBody>
        </p:sp>
        <p:pic>
          <p:nvPicPr>
            <p:cNvPr id="76" name="图片 5">
              <a:extLst>
                <a:ext uri="{FF2B5EF4-FFF2-40B4-BE49-F238E27FC236}">
                  <a16:creationId xmlns:a16="http://schemas.microsoft.com/office/drawing/2014/main" id="{DF7985EE-88BC-8E63-5422-F751A8EE46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270480" y="6826614"/>
              <a:ext cx="3573715" cy="2837864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D98A6FF-93C8-FDFC-1878-51E04151EB21}"/>
                </a:ext>
              </a:extLst>
            </p:cNvPr>
            <p:cNvSpPr txBox="1"/>
            <p:nvPr/>
          </p:nvSpPr>
          <p:spPr>
            <a:xfrm>
              <a:off x="3040473" y="9502449"/>
              <a:ext cx="301952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7C123A6-A96F-1991-719E-21A6BA1C97F0}"/>
                </a:ext>
              </a:extLst>
            </p:cNvPr>
            <p:cNvSpPr txBox="1"/>
            <p:nvPr/>
          </p:nvSpPr>
          <p:spPr>
            <a:xfrm>
              <a:off x="3817722" y="9502449"/>
              <a:ext cx="868850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D46ED9-AC0A-6E47-591B-D7C904AB5D20}"/>
                </a:ext>
              </a:extLst>
            </p:cNvPr>
            <p:cNvSpPr txBox="1"/>
            <p:nvPr/>
          </p:nvSpPr>
          <p:spPr>
            <a:xfrm>
              <a:off x="4895601" y="9502449"/>
              <a:ext cx="868850" cy="16065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  <p:pic>
          <p:nvPicPr>
            <p:cNvPr id="256" name="图片 7">
              <a:extLst>
                <a:ext uri="{FF2B5EF4-FFF2-40B4-BE49-F238E27FC236}">
                  <a16:creationId xmlns:a16="http://schemas.microsoft.com/office/drawing/2014/main" id="{B18AAE55-FEE7-0DEF-7605-615C70415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844195" y="6833154"/>
              <a:ext cx="3679580" cy="2820342"/>
            </a:xfrm>
            <a:prstGeom prst="rect">
              <a:avLst/>
            </a:prstGeom>
          </p:spPr>
        </p:pic>
        <p:sp>
          <p:nvSpPr>
            <p:cNvPr id="257" name="文本框 35">
              <a:extLst>
                <a:ext uri="{FF2B5EF4-FFF2-40B4-BE49-F238E27FC236}">
                  <a16:creationId xmlns:a16="http://schemas.microsoft.com/office/drawing/2014/main" id="{D06B580A-0755-DF23-B3EE-EF31128C76E9}"/>
                </a:ext>
              </a:extLst>
            </p:cNvPr>
            <p:cNvSpPr txBox="1"/>
            <p:nvPr/>
          </p:nvSpPr>
          <p:spPr>
            <a:xfrm>
              <a:off x="6017420" y="6485558"/>
              <a:ext cx="3506355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(d) Horizontal Construction Types</a:t>
              </a:r>
            </a:p>
          </p:txBody>
        </p:sp>
        <p:grpSp>
          <p:nvGrpSpPr>
            <p:cNvPr id="258" name="组合 118">
              <a:extLst>
                <a:ext uri="{FF2B5EF4-FFF2-40B4-BE49-F238E27FC236}">
                  <a16:creationId xmlns:a16="http://schemas.microsoft.com/office/drawing/2014/main" id="{7E427EAF-4DA1-B3BF-335F-238AD6F0CEF2}"/>
                </a:ext>
              </a:extLst>
            </p:cNvPr>
            <p:cNvGrpSpPr/>
            <p:nvPr/>
          </p:nvGrpSpPr>
          <p:grpSpPr>
            <a:xfrm>
              <a:off x="6019819" y="9724048"/>
              <a:ext cx="3503956" cy="441091"/>
              <a:chOff x="11808" y="9013"/>
              <a:chExt cx="5625" cy="769"/>
            </a:xfrm>
          </p:grpSpPr>
          <p:sp>
            <p:nvSpPr>
              <p:cNvPr id="259" name="矩形 38">
                <a:extLst>
                  <a:ext uri="{FF2B5EF4-FFF2-40B4-BE49-F238E27FC236}">
                    <a16:creationId xmlns:a16="http://schemas.microsoft.com/office/drawing/2014/main" id="{7F6F4C7B-55C3-C75A-8E91-017566BC211B}"/>
                  </a:ext>
                </a:extLst>
              </p:cNvPr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0" name="文本框 39">
                <a:extLst>
                  <a:ext uri="{FF2B5EF4-FFF2-40B4-BE49-F238E27FC236}">
                    <a16:creationId xmlns:a16="http://schemas.microsoft.com/office/drawing/2014/main" id="{D8C62EFA-C66A-4BF1-0D4E-8054A455403B}"/>
                  </a:ext>
                </a:extLst>
              </p:cNvPr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261" name="矩形 40">
                <a:extLst>
                  <a:ext uri="{FF2B5EF4-FFF2-40B4-BE49-F238E27FC236}">
                    <a16:creationId xmlns:a16="http://schemas.microsoft.com/office/drawing/2014/main" id="{4CA72ADC-8071-CB5F-8F90-BE6A6E6BA4FB}"/>
                  </a:ext>
                </a:extLst>
              </p:cNvPr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2" name="文本框 41">
                <a:extLst>
                  <a:ext uri="{FF2B5EF4-FFF2-40B4-BE49-F238E27FC236}">
                    <a16:creationId xmlns:a16="http://schemas.microsoft.com/office/drawing/2014/main" id="{A6EE78D1-7B32-9A89-1923-50ADB17FA641}"/>
                  </a:ext>
                </a:extLst>
              </p:cNvPr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sym typeface="+mn-ea"/>
                  </a:rPr>
                  <a:t>Thinly built</a:t>
                </a:r>
                <a:endParaRPr lang="en-US" altLang="zh-CN" sz="1200" dirty="0"/>
              </a:p>
            </p:txBody>
          </p:sp>
          <p:sp>
            <p:nvSpPr>
              <p:cNvPr id="263" name="矩形 42">
                <a:extLst>
                  <a:ext uri="{FF2B5EF4-FFF2-40B4-BE49-F238E27FC236}">
                    <a16:creationId xmlns:a16="http://schemas.microsoft.com/office/drawing/2014/main" id="{619CFBDE-3B5C-4153-F7ED-F15DAC51EE63}"/>
                  </a:ext>
                </a:extLst>
              </p:cNvPr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4" name="矩形 43">
                <a:extLst>
                  <a:ext uri="{FF2B5EF4-FFF2-40B4-BE49-F238E27FC236}">
                    <a16:creationId xmlns:a16="http://schemas.microsoft.com/office/drawing/2014/main" id="{183711F3-7E9F-9DD1-6545-E7E62A1E6FFC}"/>
                  </a:ext>
                </a:extLst>
              </p:cNvPr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5" name="文本框 44">
                <a:extLst>
                  <a:ext uri="{FF2B5EF4-FFF2-40B4-BE49-F238E27FC236}">
                    <a16:creationId xmlns:a16="http://schemas.microsoft.com/office/drawing/2014/main" id="{5275CB96-0B2B-63DB-C9D1-3BD339C2DDFF}"/>
                  </a:ext>
                </a:extLst>
              </p:cNvPr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266" name="文本框 70">
                <a:extLst>
                  <a:ext uri="{FF2B5EF4-FFF2-40B4-BE49-F238E27FC236}">
                    <a16:creationId xmlns:a16="http://schemas.microsoft.com/office/drawing/2014/main" id="{413C117B-7D62-FCD7-ADD3-1E23EEBA5860}"/>
                  </a:ext>
                </a:extLst>
              </p:cNvPr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5351008-790E-18D0-2AF4-5DD06954AF7B}"/>
                </a:ext>
              </a:extLst>
            </p:cNvPr>
            <p:cNvSpPr txBox="1"/>
            <p:nvPr/>
          </p:nvSpPr>
          <p:spPr>
            <a:xfrm>
              <a:off x="6597451" y="9441072"/>
              <a:ext cx="319448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0DCE695D-1F63-6A21-4A17-FB84163D4FC6}"/>
                </a:ext>
              </a:extLst>
            </p:cNvPr>
            <p:cNvSpPr txBox="1"/>
            <p:nvPr/>
          </p:nvSpPr>
          <p:spPr>
            <a:xfrm>
              <a:off x="7419737" y="9441072"/>
              <a:ext cx="919196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64AB442C-3F7D-D7FF-6875-9AD85BE0F729}"/>
                </a:ext>
              </a:extLst>
            </p:cNvPr>
            <p:cNvSpPr txBox="1"/>
            <p:nvPr/>
          </p:nvSpPr>
          <p:spPr>
            <a:xfrm>
              <a:off x="8560073" y="9441072"/>
              <a:ext cx="852204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sp>
        <p:nvSpPr>
          <p:cNvPr id="73" name="矩形 72"/>
          <p:cNvSpPr/>
          <p:nvPr/>
        </p:nvSpPr>
        <p:spPr>
          <a:xfrm>
            <a:off x="1336217" y="1877695"/>
            <a:ext cx="12396470" cy="4269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0527" y="2402205"/>
            <a:ext cx="4073525" cy="3122295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5532297" y="2017395"/>
            <a:ext cx="38817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(b) Horizontal Construction Types</a:t>
            </a:r>
          </a:p>
        </p:txBody>
      </p:sp>
      <p:grpSp>
        <p:nvGrpSpPr>
          <p:cNvPr id="119" name="组合 118"/>
          <p:cNvGrpSpPr/>
          <p:nvPr/>
        </p:nvGrpSpPr>
        <p:grpSpPr>
          <a:xfrm>
            <a:off x="5746927" y="5448935"/>
            <a:ext cx="3571875" cy="488315"/>
            <a:chOff x="11808" y="9013"/>
            <a:chExt cx="5625" cy="769"/>
          </a:xfrm>
        </p:grpSpPr>
        <p:sp>
          <p:nvSpPr>
            <p:cNvPr id="39" name="矩形 38"/>
            <p:cNvSpPr/>
            <p:nvPr/>
          </p:nvSpPr>
          <p:spPr>
            <a:xfrm>
              <a:off x="11808" y="9129"/>
              <a:ext cx="415" cy="249"/>
            </a:xfrm>
            <a:prstGeom prst="rect">
              <a:avLst/>
            </a:prstGeom>
            <a:solidFill>
              <a:srgbClr val="C7E9C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220" y="9038"/>
              <a:ext cx="2254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Uniformly sparse</a:t>
              </a:r>
              <a:endParaRPr lang="en-US" altLang="zh-CN" sz="1200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808" y="9452"/>
              <a:ext cx="415" cy="249"/>
            </a:xfrm>
            <a:prstGeom prst="rect">
              <a:avLst/>
            </a:prstGeom>
            <a:solidFill>
              <a:srgbClr val="74C47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2223" y="9348"/>
              <a:ext cx="225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Thinly built</a:t>
              </a:r>
              <a:endParaRPr lang="en-US" altLang="zh-CN" sz="1200"/>
            </a:p>
          </p:txBody>
        </p:sp>
        <p:sp>
          <p:nvSpPr>
            <p:cNvPr id="43" name="矩形 42"/>
            <p:cNvSpPr/>
            <p:nvPr/>
          </p:nvSpPr>
          <p:spPr>
            <a:xfrm>
              <a:off x="14360" y="9129"/>
              <a:ext cx="415" cy="249"/>
            </a:xfrm>
            <a:prstGeom prst="rect">
              <a:avLst/>
            </a:prstGeom>
            <a:solidFill>
              <a:srgbClr val="238B4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4" name="矩形 43"/>
            <p:cNvSpPr/>
            <p:nvPr/>
          </p:nvSpPr>
          <p:spPr>
            <a:xfrm>
              <a:off x="14360" y="9452"/>
              <a:ext cx="415" cy="249"/>
            </a:xfrm>
            <a:prstGeom prst="rect">
              <a:avLst/>
            </a:prstGeom>
            <a:solidFill>
              <a:srgbClr val="00441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14775" y="9013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Uniformly dense</a:t>
              </a:r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4775" y="9348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/>
                <a:t>Core-dense</a:t>
              </a:r>
            </a:p>
          </p:txBody>
        </p:sp>
      </p:grpSp>
      <p:sp>
        <p:nvSpPr>
          <p:cNvPr id="77" name="文本框 76"/>
          <p:cNvSpPr txBox="1"/>
          <p:nvPr/>
        </p:nvSpPr>
        <p:spPr>
          <a:xfrm>
            <a:off x="9791877" y="2017395"/>
            <a:ext cx="37858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（</a:t>
            </a:r>
            <a:r>
              <a:rPr lang="en-US" altLang="zh-CN" sz="1400" dirty="0"/>
              <a:t>c) Vertical Profile Types</a:t>
            </a:r>
          </a:p>
        </p:txBody>
      </p:sp>
      <p:grpSp>
        <p:nvGrpSpPr>
          <p:cNvPr id="113" name="组合 112"/>
          <p:cNvGrpSpPr/>
          <p:nvPr/>
        </p:nvGrpSpPr>
        <p:grpSpPr>
          <a:xfrm>
            <a:off x="12418237" y="5416869"/>
            <a:ext cx="1139825" cy="276860"/>
            <a:chOff x="14196" y="11967"/>
            <a:chExt cx="1795" cy="436"/>
          </a:xfrm>
        </p:grpSpPr>
        <p:sp>
          <p:nvSpPr>
            <p:cNvPr id="97" name="矩形 96"/>
            <p:cNvSpPr/>
            <p:nvPr/>
          </p:nvSpPr>
          <p:spPr>
            <a:xfrm>
              <a:off x="14196" y="12061"/>
              <a:ext cx="415" cy="249"/>
            </a:xfrm>
            <a:prstGeom prst="rect">
              <a:avLst/>
            </a:prstGeom>
            <a:solidFill>
              <a:srgbClr val="7F270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14556" y="1196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Bowl</a:t>
              </a:r>
            </a:p>
          </p:txBody>
        </p:sp>
      </p:grpSp>
      <p:grpSp>
        <p:nvGrpSpPr>
          <p:cNvPr id="114" name="组合 113"/>
          <p:cNvGrpSpPr/>
          <p:nvPr/>
        </p:nvGrpSpPr>
        <p:grpSpPr>
          <a:xfrm>
            <a:off x="11168557" y="5679440"/>
            <a:ext cx="1155065" cy="276860"/>
            <a:chOff x="14084" y="12365"/>
            <a:chExt cx="1819" cy="436"/>
          </a:xfrm>
        </p:grpSpPr>
        <p:sp>
          <p:nvSpPr>
            <p:cNvPr id="98" name="矩形 97"/>
            <p:cNvSpPr/>
            <p:nvPr/>
          </p:nvSpPr>
          <p:spPr>
            <a:xfrm>
              <a:off x="14084" y="12467"/>
              <a:ext cx="415" cy="249"/>
            </a:xfrm>
            <a:prstGeom prst="rect">
              <a:avLst/>
            </a:prstGeom>
            <a:solidFill>
              <a:srgbClr val="A6360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14468" y="12365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Crown</a:t>
              </a:r>
            </a:p>
          </p:txBody>
        </p:sp>
      </p:grpSp>
      <p:grpSp>
        <p:nvGrpSpPr>
          <p:cNvPr id="118" name="组合 117"/>
          <p:cNvGrpSpPr/>
          <p:nvPr/>
        </p:nvGrpSpPr>
        <p:grpSpPr>
          <a:xfrm>
            <a:off x="9735997" y="5435917"/>
            <a:ext cx="1135380" cy="276860"/>
            <a:chOff x="6824" y="17593"/>
            <a:chExt cx="1788" cy="436"/>
          </a:xfrm>
        </p:grpSpPr>
        <p:sp>
          <p:nvSpPr>
            <p:cNvPr id="96" name="文本框 95"/>
            <p:cNvSpPr txBox="1"/>
            <p:nvPr/>
          </p:nvSpPr>
          <p:spPr>
            <a:xfrm>
              <a:off x="7177" y="17593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Pyramid</a:t>
              </a:r>
            </a:p>
          </p:txBody>
        </p:sp>
        <p:sp>
          <p:nvSpPr>
            <p:cNvPr id="101" name="矩形 100"/>
            <p:cNvSpPr/>
            <p:nvPr/>
          </p:nvSpPr>
          <p:spPr>
            <a:xfrm>
              <a:off x="6824" y="17706"/>
              <a:ext cx="415" cy="249"/>
            </a:xfrm>
            <a:prstGeom prst="rect">
              <a:avLst/>
            </a:prstGeom>
            <a:solidFill>
              <a:srgbClr val="FEEDD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</p:grpSp>
      <p:grpSp>
        <p:nvGrpSpPr>
          <p:cNvPr id="116" name="组合 115"/>
          <p:cNvGrpSpPr/>
          <p:nvPr/>
        </p:nvGrpSpPr>
        <p:grpSpPr>
          <a:xfrm>
            <a:off x="9735997" y="5699760"/>
            <a:ext cx="1491615" cy="276860"/>
            <a:chOff x="14132" y="13030"/>
            <a:chExt cx="2349" cy="436"/>
          </a:xfrm>
        </p:grpSpPr>
        <p:sp>
          <p:nvSpPr>
            <p:cNvPr id="95" name="矩形 94"/>
            <p:cNvSpPr/>
            <p:nvPr/>
          </p:nvSpPr>
          <p:spPr>
            <a:xfrm>
              <a:off x="14132" y="13124"/>
              <a:ext cx="415" cy="249"/>
            </a:xfrm>
            <a:prstGeom prst="rect">
              <a:avLst/>
            </a:prstGeom>
            <a:solidFill>
              <a:srgbClr val="FDAE6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485" y="13030"/>
              <a:ext cx="1996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Volcanic Cone</a:t>
              </a:r>
            </a:p>
          </p:txBody>
        </p:sp>
      </p:grpSp>
      <p:grpSp>
        <p:nvGrpSpPr>
          <p:cNvPr id="115" name="组合 114"/>
          <p:cNvGrpSpPr/>
          <p:nvPr/>
        </p:nvGrpSpPr>
        <p:grpSpPr>
          <a:xfrm>
            <a:off x="11168874" y="5417185"/>
            <a:ext cx="1155065" cy="276860"/>
            <a:chOff x="14132" y="12707"/>
            <a:chExt cx="1819" cy="436"/>
          </a:xfrm>
        </p:grpSpPr>
        <p:sp>
          <p:nvSpPr>
            <p:cNvPr id="109" name="矩形 108"/>
            <p:cNvSpPr/>
            <p:nvPr/>
          </p:nvSpPr>
          <p:spPr>
            <a:xfrm>
              <a:off x="14132" y="12805"/>
              <a:ext cx="415" cy="249"/>
            </a:xfrm>
            <a:prstGeom prst="rect">
              <a:avLst/>
            </a:prstGeom>
            <a:solidFill>
              <a:srgbClr val="E6550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14516" y="1270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Pancake</a:t>
              </a:r>
            </a:p>
          </p:txBody>
        </p:sp>
      </p:grpSp>
      <p:pic>
        <p:nvPicPr>
          <p:cNvPr id="112" name="图片 111"/>
          <p:cNvPicPr>
            <a:picLocks noChangeAspect="1"/>
          </p:cNvPicPr>
          <p:nvPr/>
        </p:nvPicPr>
        <p:blipFill>
          <a:blip r:embed="rId6"/>
          <a:srcRect b="2438"/>
          <a:stretch>
            <a:fillRect/>
          </a:stretch>
        </p:blipFill>
        <p:spPr>
          <a:xfrm>
            <a:off x="9414052" y="2359342"/>
            <a:ext cx="4163695" cy="3126105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74CA7FE9-4C17-ED5E-D35B-9A3B89227027}"/>
              </a:ext>
            </a:extLst>
          </p:cNvPr>
          <p:cNvGrpSpPr/>
          <p:nvPr/>
        </p:nvGrpSpPr>
        <p:grpSpPr>
          <a:xfrm>
            <a:off x="1470202" y="2017395"/>
            <a:ext cx="3995420" cy="3919855"/>
            <a:chOff x="1470202" y="2017395"/>
            <a:chExt cx="3995420" cy="3919855"/>
          </a:xfrm>
        </p:grpSpPr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771466-02D2-60F4-7E70-69240B84EB0F}"/>
                </a:ext>
              </a:extLst>
            </p:cNvPr>
            <p:cNvSpPr txBox="1"/>
            <p:nvPr/>
          </p:nvSpPr>
          <p:spPr>
            <a:xfrm>
              <a:off x="2304103" y="5289334"/>
              <a:ext cx="32701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C8A874-2EFE-F67D-994F-31FF4B310B16}"/>
                </a:ext>
              </a:extLst>
            </p:cNvPr>
            <p:cNvSpPr txBox="1"/>
            <p:nvPr/>
          </p:nvSpPr>
          <p:spPr>
            <a:xfrm>
              <a:off x="3145862" y="5289334"/>
              <a:ext cx="94096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E7D453-5A7E-8040-CB43-FA9F10966A71}"/>
                </a:ext>
              </a:extLst>
            </p:cNvPr>
            <p:cNvSpPr txBox="1"/>
            <p:nvPr/>
          </p:nvSpPr>
          <p:spPr>
            <a:xfrm>
              <a:off x="4313202" y="5289334"/>
              <a:ext cx="872385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5443F634-A740-759F-C09E-E6322FADDD10}"/>
              </a:ext>
            </a:extLst>
          </p:cNvPr>
          <p:cNvSpPr txBox="1"/>
          <p:nvPr/>
        </p:nvSpPr>
        <p:spPr>
          <a:xfrm>
            <a:off x="6174428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E80960-E5A2-5E32-0B9A-49B92FD30C0E}"/>
              </a:ext>
            </a:extLst>
          </p:cNvPr>
          <p:cNvSpPr txBox="1"/>
          <p:nvPr/>
        </p:nvSpPr>
        <p:spPr>
          <a:xfrm>
            <a:off x="7084751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83F20C-3996-43B7-D868-97A34C499B16}"/>
              </a:ext>
            </a:extLst>
          </p:cNvPr>
          <p:cNvSpPr txBox="1"/>
          <p:nvPr/>
        </p:nvSpPr>
        <p:spPr>
          <a:xfrm>
            <a:off x="8347174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342435-D66B-E7FE-42C0-2F39CF2C5CB6}"/>
              </a:ext>
            </a:extLst>
          </p:cNvPr>
          <p:cNvSpPr txBox="1"/>
          <p:nvPr/>
        </p:nvSpPr>
        <p:spPr>
          <a:xfrm>
            <a:off x="10276773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3AD11D-2F88-82A0-E3A3-6F1BA728B5C3}"/>
              </a:ext>
            </a:extLst>
          </p:cNvPr>
          <p:cNvSpPr txBox="1"/>
          <p:nvPr/>
        </p:nvSpPr>
        <p:spPr>
          <a:xfrm>
            <a:off x="11187096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2252B0-BCFC-F420-2299-D2AA7D1A8BD3}"/>
              </a:ext>
            </a:extLst>
          </p:cNvPr>
          <p:cNvSpPr txBox="1"/>
          <p:nvPr/>
        </p:nvSpPr>
        <p:spPr>
          <a:xfrm>
            <a:off x="12449519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>
                  <a:blip r:embed="rId3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1515" cy="353060"/>
              <a:chOff x="3905" y="13468"/>
              <a:chExt cx="7089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165" cy="246"/>
                <a:chOff x="5650" y="13468"/>
                <a:chExt cx="3165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65" cy="246"/>
                <a:chOff x="5650" y="13778"/>
                <a:chExt cx="3165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F5513E25-3C40-6667-8277-819694A4503A}"/>
              </a:ext>
            </a:extLst>
          </p:cNvPr>
          <p:cNvGrpSpPr/>
          <p:nvPr/>
        </p:nvGrpSpPr>
        <p:grpSpPr>
          <a:xfrm>
            <a:off x="2895600" y="5146040"/>
            <a:ext cx="7923530" cy="4298902"/>
            <a:chOff x="2895600" y="5146040"/>
            <a:chExt cx="7923530" cy="4298902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4469F714-1AC0-72EA-FC94-3F4D74589D66}"/>
                </a:ext>
              </a:extLst>
            </p:cNvPr>
            <p:cNvGrpSpPr/>
            <p:nvPr/>
          </p:nvGrpSpPr>
          <p:grpSpPr>
            <a:xfrm>
              <a:off x="2895600" y="5146040"/>
              <a:ext cx="7923530" cy="4298902"/>
              <a:chOff x="2895600" y="5146040"/>
              <a:chExt cx="7923530" cy="4298902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2895600" y="5146040"/>
                <a:ext cx="7878717" cy="429890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 dirty="0"/>
              </a:p>
            </p:txBody>
          </p:sp>
          <p:pic>
            <p:nvPicPr>
              <p:cNvPr id="51" name="图片 10">
                <a:extLst>
                  <a:ext uri="{FF2B5EF4-FFF2-40B4-BE49-F238E27FC236}">
                    <a16:creationId xmlns:a16="http://schemas.microsoft.com/office/drawing/2014/main" id="{F902EF66-CFFE-E8AF-34F6-101885D93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7469" t="1124" r="-59" b="11685"/>
              <a:stretch>
                <a:fillRect/>
              </a:stretch>
            </p:blipFill>
            <p:spPr>
              <a:xfrm>
                <a:off x="7572563" y="5917167"/>
                <a:ext cx="2920762" cy="2494664"/>
              </a:xfrm>
              <a:prstGeom prst="rect">
                <a:avLst/>
              </a:prstGeom>
            </p:spPr>
          </p:pic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 r="50036"/>
              <a:stretch>
                <a:fillRect/>
              </a:stretch>
            </p:blipFill>
            <p:spPr>
              <a:xfrm>
                <a:off x="3381362" y="5910409"/>
                <a:ext cx="3426550" cy="2828967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3724981" y="8396114"/>
                <a:ext cx="3462984" cy="354692"/>
                <a:chOff x="1420" y="9784"/>
                <a:chExt cx="9695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5959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9274" y="9839"/>
                  <a:ext cx="1841" cy="6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p</a:t>
                  </a:r>
                  <a:r>
                    <a:rPr lang="en-US" altLang="zh-CN" sz="1350" i="1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α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7160006" y="5862188"/>
                <a:ext cx="447205" cy="2556072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 dirty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350" i="1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350" i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176" b="-35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3381362" y="5910409"/>
                <a:ext cx="515072" cy="2471417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35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7408969" y="8381826"/>
                <a:ext cx="3087217" cy="360408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5645607" y="9049183"/>
                <a:ext cx="3414406" cy="277539"/>
                <a:chOff x="6124" y="11972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2017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2053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2040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1972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1985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1972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3926081" y="7513133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7631500" y="7039852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5350923" y="5929697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8664502" y="5915052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" name="文本框 1"/>
              <p:cNvSpPr txBox="1"/>
              <p:nvPr/>
            </p:nvSpPr>
            <p:spPr>
              <a:xfrm>
                <a:off x="4547796" y="5893329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36%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5934934" y="5902248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12%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4072530" y="7930334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5961323" y="7937507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30%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7888322" y="59022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8%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678650" y="7930334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21%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8624138" y="79185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27%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9539267" y="5967917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44%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0F6436DC-431A-46E4-6789-B55600029762}"/>
                  </a:ext>
                </a:extLst>
              </p:cNvPr>
              <p:cNvGrpSpPr/>
              <p:nvPr/>
            </p:nvGrpSpPr>
            <p:grpSpPr>
              <a:xfrm>
                <a:off x="7389691" y="8631953"/>
                <a:ext cx="3084954" cy="421065"/>
                <a:chOff x="4073064" y="8850559"/>
                <a:chExt cx="3084954" cy="421065"/>
              </a:xfrm>
            </p:grpSpPr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98BCE23-517D-9C03-6885-5CA3C8CB0DB0}"/>
                    </a:ext>
                  </a:extLst>
                </p:cNvPr>
                <p:cNvSpPr txBox="1"/>
                <p:nvPr/>
              </p:nvSpPr>
              <p:spPr>
                <a:xfrm>
                  <a:off x="4073064" y="8856126"/>
                  <a:ext cx="1265146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Less construction </a:t>
                  </a:r>
                  <a:r>
                    <a:rPr lang="en-US" sz="1050" dirty="0"/>
                    <a:t>at center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714F71C-DD42-B0EA-A526-4EB81D068FB0}"/>
                    </a:ext>
                  </a:extLst>
                </p:cNvPr>
                <p:cNvSpPr txBox="1"/>
                <p:nvPr/>
              </p:nvSpPr>
              <p:spPr>
                <a:xfrm>
                  <a:off x="5334029" y="8850559"/>
                  <a:ext cx="1823989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More </a:t>
                  </a:r>
                  <a:r>
                    <a:rPr lang="en-US" altLang="zh-CN" sz="1050" dirty="0"/>
                    <a:t>construction</a:t>
                  </a:r>
                  <a:r>
                    <a:rPr lang="en-US" sz="1050" dirty="0"/>
                    <a:t> at center</a:t>
                  </a:r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A3F8CE91-FCC6-EEBA-E865-BC82600D4E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39158" y="8866328"/>
                  <a:ext cx="0" cy="21334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E1D389E1-1325-F9BF-685A-491A82B0FC28}"/>
                  </a:ext>
                </a:extLst>
              </p:cNvPr>
              <p:cNvGrpSpPr/>
              <p:nvPr/>
            </p:nvGrpSpPr>
            <p:grpSpPr>
              <a:xfrm rot="16200000">
                <a:off x="1855558" y="7079035"/>
                <a:ext cx="2859085" cy="520887"/>
                <a:chOff x="1653233" y="7750391"/>
                <a:chExt cx="2859085" cy="520887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4B04F4EF-E614-2EE7-891B-6F6CE6CCAFAE}"/>
                    </a:ext>
                  </a:extLst>
                </p:cNvPr>
                <p:cNvSpPr txBox="1"/>
                <p:nvPr/>
              </p:nvSpPr>
              <p:spPr>
                <a:xfrm>
                  <a:off x="1653233" y="7777045"/>
                  <a:ext cx="126396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dirty="0"/>
                    <a:t>Constraints more evenly distributed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4C55957-56E7-8C06-CF9F-170B8E0B0ADF}"/>
                    </a:ext>
                  </a:extLst>
                </p:cNvPr>
                <p:cNvSpPr txBox="1"/>
                <p:nvPr/>
              </p:nvSpPr>
              <p:spPr>
                <a:xfrm>
                  <a:off x="2924386" y="7786534"/>
                  <a:ext cx="158793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Edge more constrained </a:t>
                  </a:r>
                  <a:r>
                    <a:rPr lang="en-US" altLang="zh-CN" sz="1050" dirty="0"/>
                    <a:t>than city center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D872709-FAC5-F2B2-558C-1C22DE46D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657706" y="8010835"/>
                  <a:ext cx="520887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5" name="文本框 42">
                <a:extLst>
                  <a:ext uri="{FF2B5EF4-FFF2-40B4-BE49-F238E27FC236}">
                    <a16:creationId xmlns:a16="http://schemas.microsoft.com/office/drawing/2014/main" id="{958CB122-05A3-0C7C-7700-6FA842EF781B}"/>
                  </a:ext>
                </a:extLst>
              </p:cNvPr>
              <p:cNvSpPr txBox="1"/>
              <p:nvPr/>
            </p:nvSpPr>
            <p:spPr>
              <a:xfrm>
                <a:off x="10161538" y="8387899"/>
                <a:ext cx="657592" cy="2243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</a:t>
                </a:r>
                <a:r>
                  <a:rPr lang="en-US" altLang="zh-CN" sz="1350" i="1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35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altLang="zh-CN" sz="1350" i="1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19502F88-4075-22D3-2152-87E01702B3CD}"/>
                  </a:ext>
                </a:extLst>
              </p:cNvPr>
              <p:cNvGrpSpPr/>
              <p:nvPr/>
            </p:nvGrpSpPr>
            <p:grpSpPr>
              <a:xfrm rot="16200000">
                <a:off x="5881182" y="6779876"/>
                <a:ext cx="2379484" cy="431400"/>
                <a:chOff x="1777685" y="7770627"/>
                <a:chExt cx="2379484" cy="431400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6A1A724B-25F8-328C-2C2B-8D9CA19ED781}"/>
                    </a:ext>
                  </a:extLst>
                </p:cNvPr>
                <p:cNvSpPr txBox="1"/>
                <p:nvPr/>
              </p:nvSpPr>
              <p:spPr>
                <a:xfrm>
                  <a:off x="1777685" y="7777040"/>
                  <a:ext cx="113951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sz="1050" dirty="0"/>
                    <a:t>More even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1C511E0E-B222-1190-C325-24B30482EEDC}"/>
                    </a:ext>
                  </a:extLst>
                </p:cNvPr>
                <p:cNvSpPr txBox="1"/>
                <p:nvPr/>
              </p:nvSpPr>
              <p:spPr>
                <a:xfrm>
                  <a:off x="2924387" y="7786529"/>
                  <a:ext cx="123278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50" dirty="0"/>
                    <a:t>More c</a:t>
                  </a:r>
                  <a:r>
                    <a:rPr lang="en-US" sz="1050" dirty="0"/>
                    <a:t>entralizing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98D5F85B-BAB8-E92C-8624-C8C27005616C}"/>
                    </a:ext>
                  </a:extLst>
                </p:cNvPr>
                <p:cNvCxnSpPr>
                  <a:cxnSpLocks/>
                  <a:endCxn id="49" idx="1"/>
                </p:cNvCxnSpPr>
                <p:nvPr/>
              </p:nvCxnSpPr>
              <p:spPr>
                <a:xfrm rot="5400000" flipV="1">
                  <a:off x="2704710" y="7983119"/>
                  <a:ext cx="426586" cy="1601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9739649-0BBA-1707-F0C2-9BC08B63F4E8}"/>
                  </a:ext>
                </a:extLst>
              </p:cNvPr>
              <p:cNvSpPr txBox="1"/>
              <p:nvPr/>
            </p:nvSpPr>
            <p:spPr>
              <a:xfrm>
                <a:off x="3953585" y="5858399"/>
                <a:ext cx="99978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dirty="0">
                    <a:solidFill>
                      <a:srgbClr val="E85748"/>
                    </a:solidFill>
                  </a:rPr>
                  <a:t>Nouakchott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4F63B307-6E1E-215F-C666-88C01AFB7C6B}"/>
                  </a:ext>
                </a:extLst>
              </p:cNvPr>
              <p:cNvSpPr txBox="1"/>
              <p:nvPr/>
            </p:nvSpPr>
            <p:spPr>
              <a:xfrm>
                <a:off x="3846751" y="6409693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Antananarivo</a:t>
                </a:r>
                <a:endParaRPr lang="en-US" dirty="0"/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3407E39-9C55-A59B-5B69-C87129545692}"/>
                  </a:ext>
                </a:extLst>
              </p:cNvPr>
              <p:cNvSpPr txBox="1"/>
              <p:nvPr/>
            </p:nvSpPr>
            <p:spPr>
              <a:xfrm>
                <a:off x="3505948" y="7532492"/>
                <a:ext cx="100277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F39F1B"/>
                    </a:solidFill>
                  </a:rPr>
                  <a:t>Phnom Penh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7763BF05-0E38-24DE-51EB-21F40AF34DC4}"/>
                  </a:ext>
                </a:extLst>
              </p:cNvPr>
              <p:cNvSpPr txBox="1"/>
              <p:nvPr/>
            </p:nvSpPr>
            <p:spPr>
              <a:xfrm>
                <a:off x="9914357" y="6823037"/>
                <a:ext cx="65759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Lagos</a:t>
                </a:r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011CA0B3-2320-2884-F5A2-F9D63C5038C1}"/>
                  </a:ext>
                </a:extLst>
              </p:cNvPr>
              <p:cNvSpPr txBox="1"/>
              <p:nvPr/>
            </p:nvSpPr>
            <p:spPr>
              <a:xfrm>
                <a:off x="9387118" y="5827776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Yaoundé</a:t>
                </a:r>
                <a:endParaRPr lang="en-US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0441B14-E106-976D-95CD-31EB36724828}"/>
                  </a:ext>
                </a:extLst>
              </p:cNvPr>
              <p:cNvGrpSpPr/>
              <p:nvPr/>
            </p:nvGrpSpPr>
            <p:grpSpPr>
              <a:xfrm>
                <a:off x="3557081" y="8672816"/>
                <a:ext cx="3434163" cy="254618"/>
                <a:chOff x="3580415" y="8824872"/>
                <a:chExt cx="3434163" cy="254618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8B291C49-3E54-B55B-A2ED-7332C4F0DFCA}"/>
                    </a:ext>
                  </a:extLst>
                </p:cNvPr>
                <p:cNvGrpSpPr/>
                <p:nvPr/>
              </p:nvGrpSpPr>
              <p:grpSpPr>
                <a:xfrm>
                  <a:off x="3580415" y="8825574"/>
                  <a:ext cx="1775229" cy="253916"/>
                  <a:chOff x="3628077" y="8845966"/>
                  <a:chExt cx="1711081" cy="253916"/>
                </a:xfrm>
              </p:grpSpPr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B667504E-BECF-F3E0-024D-6625DCBF0F51}"/>
                      </a:ext>
                    </a:extLst>
                  </p:cNvPr>
                  <p:cNvSpPr txBox="1"/>
                  <p:nvPr/>
                </p:nvSpPr>
                <p:spPr>
                  <a:xfrm>
                    <a:off x="3628077" y="8845966"/>
                    <a:ext cx="1710133" cy="25391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zh-CN" sz="1050" dirty="0"/>
                      <a:t>Less</a:t>
                    </a:r>
                    <a:r>
                      <a:rPr lang="en-US" sz="1050" dirty="0"/>
                      <a:t> </a:t>
                    </a:r>
                    <a:r>
                      <a:rPr lang="en-US" altLang="zh-CN" sz="1050" dirty="0"/>
                      <a:t>constraint </a:t>
                    </a:r>
                    <a:r>
                      <a:rPr lang="en-US" sz="1050" dirty="0"/>
                      <a:t>at center</a:t>
                    </a:r>
                  </a:p>
                </p:txBody>
              </p:sp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BD81F76F-008D-155E-8BFB-70412C535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39158" y="8866328"/>
                    <a:ext cx="0" cy="213347"/>
                  </a:xfrm>
                  <a:prstGeom prst="line">
                    <a:avLst/>
                  </a:prstGeom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B55D3A8-19F4-20AB-47FE-CCA2C662A288}"/>
                    </a:ext>
                  </a:extLst>
                </p:cNvPr>
                <p:cNvSpPr txBox="1"/>
                <p:nvPr/>
              </p:nvSpPr>
              <p:spPr>
                <a:xfrm>
                  <a:off x="5240333" y="8824872"/>
                  <a:ext cx="177424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More</a:t>
                  </a:r>
                  <a:r>
                    <a:rPr lang="en-US" sz="1050" dirty="0"/>
                    <a:t> </a:t>
                  </a:r>
                  <a:r>
                    <a:rPr lang="en-US" altLang="zh-CN" sz="1050" dirty="0"/>
                    <a:t>constraint </a:t>
                  </a:r>
                  <a:r>
                    <a:rPr lang="en-US" sz="1050" dirty="0"/>
                    <a:t>at center</a:t>
                  </a:r>
                </a:p>
              </p:txBody>
            </p:sp>
          </p:grp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487CD0B-063D-67BC-6466-9EFAB235AB86}"/>
                </a:ext>
              </a:extLst>
            </p:cNvPr>
            <p:cNvSpPr txBox="1"/>
            <p:nvPr/>
          </p:nvSpPr>
          <p:spPr>
            <a:xfrm>
              <a:off x="7675788" y="7704645"/>
              <a:ext cx="92460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pPr algn="r"/>
              <a:r>
                <a:rPr lang="en-US" altLang="zh-CN" dirty="0">
                  <a:solidFill>
                    <a:srgbClr val="47A2DE"/>
                  </a:solidFill>
                </a:rPr>
                <a:t>Sao Paulo</a:t>
              </a:r>
              <a:endParaRPr lang="en-US" dirty="0">
                <a:solidFill>
                  <a:srgbClr val="47A2DE"/>
                </a:solidFill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E211F9F-998A-4FA3-7332-95B94294593D}"/>
                </a:ext>
              </a:extLst>
            </p:cNvPr>
            <p:cNvSpPr txBox="1"/>
            <p:nvPr/>
          </p:nvSpPr>
          <p:spPr>
            <a:xfrm>
              <a:off x="8872652" y="7414552"/>
              <a:ext cx="706262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r>
                <a:rPr lang="en-US" dirty="0">
                  <a:solidFill>
                    <a:srgbClr val="F39F1B"/>
                  </a:solidFill>
                </a:rPr>
                <a:t>Jakarta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9A707A2-DF80-EB07-6D64-18CA767D6AB2}"/>
              </a:ext>
            </a:extLst>
          </p:cNvPr>
          <p:cNvGrpSpPr/>
          <p:nvPr/>
        </p:nvGrpSpPr>
        <p:grpSpPr>
          <a:xfrm>
            <a:off x="847407" y="5314315"/>
            <a:ext cx="7445672" cy="3791585"/>
            <a:chOff x="847407" y="5314315"/>
            <a:chExt cx="7445672" cy="3791585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E3735353-7EC8-8838-76D2-BB10359223F5}"/>
                </a:ext>
              </a:extLst>
            </p:cNvPr>
            <p:cNvGrpSpPr/>
            <p:nvPr/>
          </p:nvGrpSpPr>
          <p:grpSpPr>
            <a:xfrm>
              <a:off x="847407" y="5314315"/>
              <a:ext cx="7445672" cy="3791585"/>
              <a:chOff x="847407" y="5314315"/>
              <a:chExt cx="7445672" cy="3791585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847407" y="5314315"/>
                <a:ext cx="7445672" cy="37915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5C5D82E7-4A6F-8F44-126B-CBDAE6DC55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74915" y="6067302"/>
                <a:ext cx="3180716" cy="2578394"/>
              </a:xfrm>
              <a:prstGeom prst="rect">
                <a:avLst/>
              </a:prstGeom>
            </p:spPr>
          </p:pic>
          <p:sp>
            <p:nvSpPr>
              <p:cNvPr id="67" name="矩形 90">
                <a:extLst>
                  <a:ext uri="{FF2B5EF4-FFF2-40B4-BE49-F238E27FC236}">
                    <a16:creationId xmlns:a16="http://schemas.microsoft.com/office/drawing/2014/main" id="{85E55FCA-3904-517E-20F1-188B53E4A164}"/>
                  </a:ext>
                </a:extLst>
              </p:cNvPr>
              <p:cNvSpPr/>
              <p:nvPr/>
            </p:nvSpPr>
            <p:spPr>
              <a:xfrm rot="5400000">
                <a:off x="6449693" y="7262824"/>
                <a:ext cx="473301" cy="28911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Vertical Params (B-C)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5" name="文本框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AE18A5AC-554D-E23A-5539-FCF025A89B61}"/>
                  </a:ext>
                </a:extLst>
              </p:cNvPr>
              <p:cNvGrpSpPr/>
              <p:nvPr/>
            </p:nvGrpSpPr>
            <p:grpSpPr>
              <a:xfrm>
                <a:off x="1136866" y="6067302"/>
                <a:ext cx="3551302" cy="2796150"/>
                <a:chOff x="1173098" y="5773420"/>
                <a:chExt cx="3551302" cy="2796150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3"/>
                <a:srcRect l="49624"/>
                <a:stretch>
                  <a:fillRect/>
                </a:stretch>
              </p:blipFill>
              <p:spPr>
                <a:xfrm>
                  <a:off x="1199592" y="5809713"/>
                  <a:ext cx="3127732" cy="2590507"/>
                </a:xfrm>
                <a:prstGeom prst="rect">
                  <a:avLst/>
                </a:prstGeom>
              </p:spPr>
            </p:pic>
            <p:sp>
              <p:nvSpPr>
                <p:cNvPr id="8" name="矩形 7"/>
                <p:cNvSpPr/>
                <p:nvPr/>
              </p:nvSpPr>
              <p:spPr>
                <a:xfrm rot="5400000">
                  <a:off x="2537141" y="6747571"/>
                  <a:ext cx="452630" cy="318071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1253213" y="5773420"/>
                  <a:ext cx="469900" cy="261048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125" dirty="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1935524" y="8103871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3373975" y="8105141"/>
                  <a:ext cx="30099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16" name="文本框 15"/>
                <p:cNvSpPr txBox="1"/>
                <p:nvPr/>
              </p:nvSpPr>
              <p:spPr>
                <a:xfrm>
                  <a:off x="3997817" y="8103871"/>
                  <a:ext cx="4699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B</a:t>
                  </a:r>
                  <a:endParaRPr lang="en-US" altLang="zh-CN" sz="1350" b="1" i="1" dirty="0">
                    <a:latin typeface="+mj-lt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1377080" y="5776983"/>
                  <a:ext cx="34417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C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2829961" y="8105141"/>
                  <a:ext cx="9461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1319252" y="6840219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1206857" y="7402928"/>
                  <a:ext cx="50609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-0.005</a:t>
                  </a:r>
                </a:p>
              </p:txBody>
            </p:sp>
            <p:sp>
              <p:nvSpPr>
                <p:cNvPr id="24" name="文本框 23"/>
                <p:cNvSpPr txBox="1"/>
                <p:nvPr/>
              </p:nvSpPr>
              <p:spPr>
                <a:xfrm>
                  <a:off x="1319252" y="6281050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0.005</a:t>
                  </a:r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3677007" y="8308340"/>
                  <a:ext cx="104739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410692" y="8321040"/>
                  <a:ext cx="52800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2011402" y="8316595"/>
                  <a:ext cx="1597025" cy="2476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9" name="上箭头 58"/>
                <p:cNvSpPr/>
                <p:nvPr/>
              </p:nvSpPr>
              <p:spPr>
                <a:xfrm>
                  <a:off x="3573502" y="8291830"/>
                  <a:ext cx="103505" cy="232410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60" name="上箭头 59"/>
                <p:cNvSpPr/>
                <p:nvPr/>
              </p:nvSpPr>
              <p:spPr>
                <a:xfrm>
                  <a:off x="1337032" y="8296910"/>
                  <a:ext cx="103505" cy="232410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61" name="上箭头 60"/>
                <p:cNvSpPr/>
                <p:nvPr/>
              </p:nvSpPr>
              <p:spPr>
                <a:xfrm>
                  <a:off x="1939012" y="8291830"/>
                  <a:ext cx="103505" cy="232410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cxnSp>
              <p:nvCxnSpPr>
                <p:cNvPr id="6" name="直接连接符 5"/>
                <p:cNvCxnSpPr>
                  <a:cxnSpLocks/>
                </p:cNvCxnSpPr>
                <p:nvPr/>
              </p:nvCxnSpPr>
              <p:spPr>
                <a:xfrm>
                  <a:off x="1755812" y="6917812"/>
                  <a:ext cx="2571512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连接符 9"/>
                <p:cNvCxnSpPr>
                  <a:cxnSpLocks/>
                </p:cNvCxnSpPr>
                <p:nvPr/>
              </p:nvCxnSpPr>
              <p:spPr>
                <a:xfrm>
                  <a:off x="2859533" y="5914734"/>
                  <a:ext cx="0" cy="2189137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Verticality (A)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矩形 90">
                <a:extLst>
                  <a:ext uri="{FF2B5EF4-FFF2-40B4-BE49-F238E27FC236}">
                    <a16:creationId xmlns:a16="http://schemas.microsoft.com/office/drawing/2014/main" id="{8EF17E9F-9CFF-9E34-260C-AD9F865A8384}"/>
                  </a:ext>
                </a:extLst>
              </p:cNvPr>
              <p:cNvSpPr/>
              <p:nvPr/>
            </p:nvSpPr>
            <p:spPr>
              <a:xfrm>
                <a:off x="4873052" y="5846033"/>
                <a:ext cx="365399" cy="28480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/>
              </a:p>
            </p:txBody>
          </p:sp>
          <p:sp>
            <p:nvSpPr>
              <p:cNvPr id="43" name="文本框 96">
                <a:extLst>
                  <a:ext uri="{FF2B5EF4-FFF2-40B4-BE49-F238E27FC236}">
                    <a16:creationId xmlns:a16="http://schemas.microsoft.com/office/drawing/2014/main" id="{B71210F4-02C1-1FA4-84C1-197DD6D35324}"/>
                  </a:ext>
                </a:extLst>
              </p:cNvPr>
              <p:cNvSpPr txBox="1"/>
              <p:nvPr/>
            </p:nvSpPr>
            <p:spPr>
              <a:xfrm>
                <a:off x="4772344" y="640196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1</a:t>
                </a:r>
              </a:p>
            </p:txBody>
          </p:sp>
          <p:sp>
            <p:nvSpPr>
              <p:cNvPr id="44" name="文本框 97">
                <a:extLst>
                  <a:ext uri="{FF2B5EF4-FFF2-40B4-BE49-F238E27FC236}">
                    <a16:creationId xmlns:a16="http://schemas.microsoft.com/office/drawing/2014/main" id="{F3383067-CEE5-ABF0-2404-9F10459B31A2}"/>
                  </a:ext>
                </a:extLst>
              </p:cNvPr>
              <p:cNvSpPr txBox="1"/>
              <p:nvPr/>
            </p:nvSpPr>
            <p:spPr>
              <a:xfrm>
                <a:off x="4765767" y="7009765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0</a:t>
                </a:r>
              </a:p>
            </p:txBody>
          </p:sp>
          <p:sp>
            <p:nvSpPr>
              <p:cNvPr id="45" name="文本框 98">
                <a:extLst>
                  <a:ext uri="{FF2B5EF4-FFF2-40B4-BE49-F238E27FC236}">
                    <a16:creationId xmlns:a16="http://schemas.microsoft.com/office/drawing/2014/main" id="{0CA25434-D3FE-D066-110C-35170CA49DC8}"/>
                  </a:ext>
                </a:extLst>
              </p:cNvPr>
              <p:cNvSpPr txBox="1"/>
              <p:nvPr/>
            </p:nvSpPr>
            <p:spPr>
              <a:xfrm>
                <a:off x="4765947" y="759507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-1</a:t>
                </a:r>
              </a:p>
            </p:txBody>
          </p:sp>
          <p:sp>
            <p:nvSpPr>
              <p:cNvPr id="54" name="文本框 99">
                <a:extLst>
                  <a:ext uri="{FF2B5EF4-FFF2-40B4-BE49-F238E27FC236}">
                    <a16:creationId xmlns:a16="http://schemas.microsoft.com/office/drawing/2014/main" id="{71F36682-AACD-3CA6-9CC3-5361B2BF0EEC}"/>
                  </a:ext>
                </a:extLst>
              </p:cNvPr>
              <p:cNvSpPr txBox="1"/>
              <p:nvPr/>
            </p:nvSpPr>
            <p:spPr>
              <a:xfrm>
                <a:off x="4765947" y="8155357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-2</a:t>
                </a:r>
              </a:p>
            </p:txBody>
          </p:sp>
          <p:sp>
            <p:nvSpPr>
              <p:cNvPr id="62" name="文本框 100">
                <a:extLst>
                  <a:ext uri="{FF2B5EF4-FFF2-40B4-BE49-F238E27FC236}">
                    <a16:creationId xmlns:a16="http://schemas.microsoft.com/office/drawing/2014/main" id="{478BBA7A-D828-E78C-FC0B-E942851E0E7F}"/>
                  </a:ext>
                </a:extLst>
              </p:cNvPr>
              <p:cNvSpPr txBox="1"/>
              <p:nvPr/>
            </p:nvSpPr>
            <p:spPr>
              <a:xfrm>
                <a:off x="4688168" y="5845811"/>
                <a:ext cx="535081" cy="11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ΔA(m)</a:t>
                </a:r>
                <a:endParaRPr lang="en-US" altLang="zh-CN" sz="1400" b="1" i="1" dirty="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63" name="文本框 95">
                <a:extLst>
                  <a:ext uri="{FF2B5EF4-FFF2-40B4-BE49-F238E27FC236}">
                    <a16:creationId xmlns:a16="http://schemas.microsoft.com/office/drawing/2014/main" id="{066F502D-6591-25BD-D3CE-5D8CC0E1E31B}"/>
                  </a:ext>
                </a:extLst>
              </p:cNvPr>
              <p:cNvSpPr txBox="1"/>
              <p:nvPr/>
            </p:nvSpPr>
            <p:spPr>
              <a:xfrm>
                <a:off x="5485484" y="8535388"/>
                <a:ext cx="474770" cy="166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200" dirty="0"/>
                  <a:t>Africa</a:t>
                </a:r>
              </a:p>
            </p:txBody>
          </p:sp>
          <p:sp>
            <p:nvSpPr>
              <p:cNvPr id="64" name="文本框 95">
                <a:extLst>
                  <a:ext uri="{FF2B5EF4-FFF2-40B4-BE49-F238E27FC236}">
                    <a16:creationId xmlns:a16="http://schemas.microsoft.com/office/drawing/2014/main" id="{F9A5B2B5-EA42-92FC-2C9C-42FE12849247}"/>
                  </a:ext>
                </a:extLst>
              </p:cNvPr>
              <p:cNvSpPr txBox="1"/>
              <p:nvPr/>
            </p:nvSpPr>
            <p:spPr>
              <a:xfrm>
                <a:off x="6074515" y="8508675"/>
                <a:ext cx="1086611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South &amp; Southeast Asia</a:t>
                </a:r>
              </a:p>
            </p:txBody>
          </p:sp>
          <p:sp>
            <p:nvSpPr>
              <p:cNvPr id="65" name="文本框 95">
                <a:extLst>
                  <a:ext uri="{FF2B5EF4-FFF2-40B4-BE49-F238E27FC236}">
                    <a16:creationId xmlns:a16="http://schemas.microsoft.com/office/drawing/2014/main" id="{18EDECF9-B40F-C189-EDDB-6DA89B58ED8B}"/>
                  </a:ext>
                </a:extLst>
              </p:cNvPr>
              <p:cNvSpPr txBox="1"/>
              <p:nvPr/>
            </p:nvSpPr>
            <p:spPr>
              <a:xfrm>
                <a:off x="7150065" y="8545618"/>
                <a:ext cx="981836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Latin America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F2E5F66-3A58-A8FA-D3F5-1E4FF7CBDE1A}"/>
                  </a:ext>
                </a:extLst>
              </p:cNvPr>
              <p:cNvSpPr txBox="1"/>
              <p:nvPr/>
            </p:nvSpPr>
            <p:spPr>
              <a:xfrm>
                <a:off x="1655485" y="5943466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Crown”</a:t>
                </a:r>
                <a:endParaRPr lang="" sz="900" b="1" dirty="0"/>
              </a:p>
              <a:p>
                <a:r>
                  <a:rPr lang="" sz="900" dirty="0"/>
                  <a:t>ΔB&lt;0, ΔC&gt;0 52%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009DF42-ADE1-E46C-898A-62DF344434C1}"/>
                  </a:ext>
                </a:extLst>
              </p:cNvPr>
              <p:cNvSpPr txBox="1"/>
              <p:nvPr/>
            </p:nvSpPr>
            <p:spPr>
              <a:xfrm>
                <a:off x="2849796" y="5949938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Bowl”</a:t>
                </a:r>
                <a:endParaRPr lang="" sz="900" b="1" dirty="0"/>
              </a:p>
              <a:p>
                <a:r>
                  <a:rPr lang="" sz="900" dirty="0"/>
                  <a:t>ΔB&gt;0, ΔC&gt;0 8%</a:t>
                </a:r>
                <a:endParaRPr lang="LID4096" sz="9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F38E65B-0BCF-5B93-7D71-38F4F2593745}"/>
                  </a:ext>
                </a:extLst>
              </p:cNvPr>
              <p:cNvSpPr txBox="1"/>
              <p:nvPr/>
            </p:nvSpPr>
            <p:spPr>
              <a:xfrm>
                <a:off x="1630334" y="7993772"/>
                <a:ext cx="12082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Pyramid</a:t>
                </a:r>
                <a:r>
                  <a:rPr lang="zh-CN" altLang="en-US" sz="900" b="1" dirty="0"/>
                  <a:t>”</a:t>
                </a:r>
                <a:endParaRPr lang="" sz="900" b="1" dirty="0"/>
              </a:p>
              <a:p>
                <a:r>
                  <a:rPr lang="" sz="900" dirty="0"/>
                  <a:t>ΔB&lt;0, ΔC&lt;0 8%</a:t>
                </a:r>
                <a:endParaRPr lang="LID4096" sz="900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821E9A-2DAC-6EE1-3D70-45EE512A9B80}"/>
                  </a:ext>
                </a:extLst>
              </p:cNvPr>
              <p:cNvSpPr txBox="1"/>
              <p:nvPr/>
            </p:nvSpPr>
            <p:spPr>
              <a:xfrm>
                <a:off x="2765560" y="7976330"/>
                <a:ext cx="17094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Volcanic Cone</a:t>
                </a:r>
                <a:r>
                  <a:rPr lang="zh-CN" altLang="en-US" sz="900" b="1" dirty="0"/>
                  <a:t>”</a:t>
                </a:r>
                <a:endParaRPr lang="" sz="900" dirty="0"/>
              </a:p>
              <a:p>
                <a:r>
                  <a:rPr lang="" sz="900" dirty="0"/>
                  <a:t>ΔB&gt;0, ΔC&lt;0 33%</a:t>
                </a:r>
                <a:endParaRPr lang="LID4096" sz="900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3871FB-D9DE-97E4-F45C-3685DDBD6993}"/>
                </a:ext>
              </a:extLst>
            </p:cNvPr>
            <p:cNvSpPr txBox="1"/>
            <p:nvPr/>
          </p:nvSpPr>
          <p:spPr>
            <a:xfrm>
              <a:off x="3770964" y="8182637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Ahmedabad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F31019B-F05E-BB91-3025-8E1563E936FB}"/>
                </a:ext>
              </a:extLst>
            </p:cNvPr>
            <p:cNvSpPr txBox="1"/>
            <p:nvPr/>
          </p:nvSpPr>
          <p:spPr>
            <a:xfrm>
              <a:off x="3545431" y="7418339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Jakarta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049B46-72D5-F21A-DCE7-165DEC2ADCA7}"/>
                </a:ext>
              </a:extLst>
            </p:cNvPr>
            <p:cNvSpPr txBox="1"/>
            <p:nvPr/>
          </p:nvSpPr>
          <p:spPr>
            <a:xfrm>
              <a:off x="1826743" y="620157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47A2DE"/>
                  </a:solidFill>
                </a:rPr>
                <a:t>Bogota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CE6FEB8-E04F-B475-75FC-3157463C692D}"/>
                </a:ext>
              </a:extLst>
            </p:cNvPr>
            <p:cNvSpPr txBox="1"/>
            <p:nvPr/>
          </p:nvSpPr>
          <p:spPr>
            <a:xfrm>
              <a:off x="1609811" y="644770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E85748"/>
                  </a:solidFill>
                </a:rPr>
                <a:t>Nairobi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i="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2440</Words>
  <Application>Microsoft Office PowerPoint</Application>
  <PresentationFormat>Custom</PresentationFormat>
  <Paragraphs>779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53</cp:revision>
  <dcterms:created xsi:type="dcterms:W3CDTF">2026-05-22T16:15:56Z</dcterms:created>
  <dcterms:modified xsi:type="dcterms:W3CDTF">2026-08-12T17:10:56Z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