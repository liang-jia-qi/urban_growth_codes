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A2DE"/>
    <a:srgbClr val="F39F1B"/>
    <a:srgbClr val="E857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-86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FAB9-C0EB-F852-CC01-C75F7AFE6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F428E-DD1D-1C86-3CF9-560C6C8F7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D753E-B9B5-C5FF-C728-63F05076C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4563-2BA8-4B8C-A928-917CD054016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722B-EA32-104E-8737-7BB5F5BA9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1A1E2-FF37-5547-5589-3ADD1A81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4682A-D636-4FA9-859A-94F9A2F1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41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B4C7-B853-C70D-C76E-81E3724F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26F8F-A03C-B417-C112-933A5CD90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20CD3-8AAC-72B3-E518-102CE4FCF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4563-2BA8-4B8C-A928-917CD054016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57A06-6C9A-2E25-5BD4-022CC36A2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CEB3E-CD41-9FDA-78B5-FCCB6B74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4682A-D636-4FA9-859A-94F9A2F1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3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79C7B-9CAF-135C-BDCD-0E163D339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A9103-1BBF-5E0C-0CD6-D89191814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C6723-2F27-FA24-18E7-29EC4897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4563-2BA8-4B8C-A928-917CD054016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85B8-5770-F2AF-494C-2C0817D93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DE0EC-7BF4-7BA1-DF35-663630D5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4682A-D636-4FA9-859A-94F9A2F1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9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3D372-A268-D428-86D3-9338063B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B273-9409-2BE1-C867-CA149C209D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061F1-4806-AEE3-4AB9-804CF981D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4255D-0191-337C-8ABF-0EBE15CE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4563-2BA8-4B8C-A928-917CD054016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B831B-91D9-0EF7-4402-03EC69C97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245E0-AA9B-E8B2-618C-B208719E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4682A-D636-4FA9-859A-94F9A2F1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9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C9E6-3395-61AD-9CC7-7AF1DAAA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971CA-975A-E446-B4FB-EB0D7674C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31CF9-8122-893C-98B6-47E5158CE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2C3230-C0E8-EB84-5C64-BB409C7DB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4B718-9BFC-A9B7-9049-E57883794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51B2A9-8559-94F0-DC0E-109EF579E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4563-2BA8-4B8C-A928-917CD054016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334CC6-65E6-830C-1C69-3226ED88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8F2CFE-A910-E97A-908D-2E731D67A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4682A-D636-4FA9-859A-94F9A2F1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81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CD6F-8343-B307-783F-0484E79B9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52E9D-81EB-E258-475B-CD0C024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4563-2BA8-4B8C-A928-917CD054016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2A59C-2ECA-086F-AAEA-EFAE04E0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DB09C-60A5-8A47-DAEE-B0965E16D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4682A-D636-4FA9-859A-94F9A2F1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4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1C6228-8659-07EB-BB9D-EDC26BE92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4563-2BA8-4B8C-A928-917CD054016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918C9D-870B-144C-51F8-43731ABE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16628-FFC4-1042-94DE-09D84E17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4682A-D636-4FA9-859A-94F9A2F1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51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5116F-0B6A-C8C3-6DFC-D687A611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20469-524F-215D-A7CC-A46E42962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033DF-EF5C-2D18-10E0-C6BB0A4B6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A6081-12C9-E819-4BAA-954806FC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4563-2BA8-4B8C-A928-917CD054016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7523D-9290-657A-BA6A-7CC904AD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2EC04-C0CB-4D11-E5C3-7AACF302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4682A-D636-4FA9-859A-94F9A2F1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7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BDF42-EDBA-F258-F664-B4C1F9F58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C353FC-FC0A-9B82-87E8-0FF163D57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C1694-E4AC-4849-05C7-CC68CB874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23308-E08C-83D6-D896-2F5BA048A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4563-2BA8-4B8C-A928-917CD054016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85B64-3103-C154-EDC6-6CD1E6436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6168B-40AD-8581-057B-1D0926361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4682A-D636-4FA9-859A-94F9A2F1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44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F178-26C9-C6FC-95DA-C1AB8F90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1E727-B539-677B-8CA1-2D5731ED8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F0C06-A332-9389-FD0E-E9C0F9D2A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4563-2BA8-4B8C-A928-917CD054016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48D92-C271-5C9A-ADF6-1886741B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2F1A2-63F7-4504-8444-6903AB36D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4682A-D636-4FA9-859A-94F9A2F1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5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C371AE-3CD6-BFB5-420A-223136DA02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D14A3-5DC2-97A3-CB25-E9BC98B61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305BE-05CA-F9F3-78CE-C4B737714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4563-2BA8-4B8C-A928-917CD054016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5558E-6080-11C3-1E02-99F5DE3E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CBD40-DDFC-3FF1-0A96-0B6F92EB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4682A-D636-4FA9-859A-94F9A2F1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31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DAE8D9-3BB1-922B-B416-561F6C02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ED60F-61E2-3644-2068-A9307CEC8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3DE03-B646-C630-7795-BD4D56162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4563-2BA8-4B8C-A928-917CD054016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7D386-C7DC-14C1-162A-685B35A3F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60BF5-5A06-9E37-616B-C44AA01E5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4682A-D636-4FA9-859A-94F9A2F19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3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463F5D92-6B2F-4B2C-A4A1-92B052029DCE}"/>
              </a:ext>
            </a:extLst>
          </p:cNvPr>
          <p:cNvGrpSpPr/>
          <p:nvPr/>
        </p:nvGrpSpPr>
        <p:grpSpPr>
          <a:xfrm>
            <a:off x="-1658033" y="1678981"/>
            <a:ext cx="13984963" cy="3357840"/>
            <a:chOff x="-1658033" y="1678981"/>
            <a:chExt cx="13984963" cy="335784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0DB679E-74B4-AA13-16B3-BB891EED7289}"/>
                </a:ext>
              </a:extLst>
            </p:cNvPr>
            <p:cNvGrpSpPr/>
            <p:nvPr/>
          </p:nvGrpSpPr>
          <p:grpSpPr>
            <a:xfrm>
              <a:off x="-1658033" y="1678981"/>
              <a:ext cx="13850033" cy="3357840"/>
              <a:chOff x="146685" y="1678981"/>
              <a:chExt cx="12045315" cy="335784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944FCAE-91F3-2A22-EB59-65BBE7A291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03" b="5098"/>
              <a:stretch>
                <a:fillRect/>
              </a:stretch>
            </p:blipFill>
            <p:spPr>
              <a:xfrm>
                <a:off x="146685" y="1703053"/>
                <a:ext cx="12045315" cy="3333768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064B4E-6031-47C8-647D-D5417F60C76A}"/>
                  </a:ext>
                </a:extLst>
              </p:cNvPr>
              <p:cNvSpPr txBox="1"/>
              <p:nvPr/>
            </p:nvSpPr>
            <p:spPr>
              <a:xfrm>
                <a:off x="2263140" y="1678981"/>
                <a:ext cx="10287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E8574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Africa</a:t>
                </a:r>
                <a:endParaRPr lang="en-US" b="1" dirty="0">
                  <a:solidFill>
                    <a:srgbClr val="E8574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5341AD-4367-00EE-13B3-5B1C26D307EB}"/>
                  </a:ext>
                </a:extLst>
              </p:cNvPr>
              <p:cNvSpPr txBox="1"/>
              <p:nvPr/>
            </p:nvSpPr>
            <p:spPr>
              <a:xfrm>
                <a:off x="5059364" y="1678981"/>
                <a:ext cx="31788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39F1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South &amp; Southeast Asia</a:t>
                </a:r>
                <a:endParaRPr lang="en-US" b="1" dirty="0">
                  <a:solidFill>
                    <a:srgbClr val="F39F1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995742-4686-6246-5452-6AE87AD02EC9}"/>
                  </a:ext>
                </a:extLst>
              </p:cNvPr>
              <p:cNvSpPr txBox="1"/>
              <p:nvPr/>
            </p:nvSpPr>
            <p:spPr>
              <a:xfrm>
                <a:off x="9113520" y="1678981"/>
                <a:ext cx="199644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47A2D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Latin America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175151-E602-4DA2-9AAB-E91C8D91C3E7}"/>
                  </a:ext>
                </a:extLst>
              </p:cNvPr>
              <p:cNvSpPr txBox="1"/>
              <p:nvPr/>
            </p:nvSpPr>
            <p:spPr>
              <a:xfrm>
                <a:off x="11163300" y="2320400"/>
                <a:ext cx="10287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50%</a:t>
                </a:r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259BF6-2174-1A5C-F64A-ECA4F6B3AE0C}"/>
                  </a:ext>
                </a:extLst>
              </p:cNvPr>
              <p:cNvSpPr txBox="1"/>
              <p:nvPr/>
            </p:nvSpPr>
            <p:spPr>
              <a:xfrm>
                <a:off x="11163300" y="3059667"/>
                <a:ext cx="10287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30%</a:t>
                </a:r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ABF8A4-6B8A-F84E-24F5-92B7B1556386}"/>
                  </a:ext>
                </a:extLst>
              </p:cNvPr>
              <p:cNvSpPr txBox="1"/>
              <p:nvPr/>
            </p:nvSpPr>
            <p:spPr>
              <a:xfrm>
                <a:off x="11163300" y="3850487"/>
                <a:ext cx="10287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10%</a:t>
                </a:r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2D2953B-94E8-38D5-CCAD-01796EC2CBAF}"/>
                  </a:ext>
                </a:extLst>
              </p:cNvPr>
              <p:cNvCxnSpPr/>
              <p:nvPr/>
            </p:nvCxnSpPr>
            <p:spPr>
              <a:xfrm>
                <a:off x="304800" y="2754502"/>
                <a:ext cx="11765280" cy="0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C11AD0AD-D2C6-D563-F296-2AE55A52410B}"/>
                  </a:ext>
                </a:extLst>
              </p:cNvPr>
              <p:cNvCxnSpPr/>
              <p:nvPr/>
            </p:nvCxnSpPr>
            <p:spPr>
              <a:xfrm>
                <a:off x="304800" y="3501262"/>
                <a:ext cx="11765280" cy="0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871BDF0-39E9-F216-1ACD-09020D86CE6A}"/>
                  </a:ext>
                </a:extLst>
              </p:cNvPr>
              <p:cNvCxnSpPr/>
              <p:nvPr/>
            </p:nvCxnSpPr>
            <p:spPr>
              <a:xfrm>
                <a:off x="304800" y="4246489"/>
                <a:ext cx="11765280" cy="0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8AE7F4D-E7E4-D2F7-698C-83D4CFABF068}"/>
                  </a:ext>
                </a:extLst>
              </p:cNvPr>
              <p:cNvGrpSpPr/>
              <p:nvPr/>
            </p:nvGrpSpPr>
            <p:grpSpPr>
              <a:xfrm>
                <a:off x="427196" y="1780894"/>
                <a:ext cx="1408748" cy="627025"/>
                <a:chOff x="427196" y="1780894"/>
                <a:chExt cx="1408748" cy="627025"/>
              </a:xfrm>
            </p:grpSpPr>
            <p:cxnSp>
              <p:nvCxnSpPr>
                <p:cNvPr id="17" name="Connector: Curved 16">
                  <a:extLst>
                    <a:ext uri="{FF2B5EF4-FFF2-40B4-BE49-F238E27FC236}">
                      <a16:creationId xmlns:a16="http://schemas.microsoft.com/office/drawing/2014/main" id="{BF1D63EB-3AD0-FB16-22CF-98C58689CE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36477" y="2159536"/>
                  <a:ext cx="359607" cy="137160"/>
                </a:xfrm>
                <a:prstGeom prst="curvedConnector3">
                  <a:avLst/>
                </a:prstGeom>
                <a:ln>
                  <a:solidFill>
                    <a:srgbClr val="E8574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39F18E7-CDFF-C102-B24E-1C2A83BE6360}"/>
                    </a:ext>
                  </a:extLst>
                </p:cNvPr>
                <p:cNvSpPr txBox="1"/>
                <p:nvPr/>
              </p:nvSpPr>
              <p:spPr>
                <a:xfrm>
                  <a:off x="427196" y="1780894"/>
                  <a:ext cx="140874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rgbClr val="E8574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Ouagadougou (59%)</a:t>
                  </a:r>
                  <a:endParaRPr lang="en-US" sz="1200" dirty="0">
                    <a:solidFill>
                      <a:srgbClr val="E85748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68CF786-02E7-B1A7-49C8-E1112E595E12}"/>
                  </a:ext>
                </a:extLst>
              </p:cNvPr>
              <p:cNvGrpSpPr/>
              <p:nvPr/>
            </p:nvGrpSpPr>
            <p:grpSpPr>
              <a:xfrm>
                <a:off x="1368742" y="2720211"/>
                <a:ext cx="1458278" cy="524123"/>
                <a:chOff x="427196" y="1883797"/>
                <a:chExt cx="1458278" cy="524123"/>
              </a:xfrm>
            </p:grpSpPr>
            <p:cxnSp>
              <p:nvCxnSpPr>
                <p:cNvPr id="22" name="Connector: Curved 21">
                  <a:extLst>
                    <a:ext uri="{FF2B5EF4-FFF2-40B4-BE49-F238E27FC236}">
                      <a16:creationId xmlns:a16="http://schemas.microsoft.com/office/drawing/2014/main" id="{57352E8B-B8BB-62CC-F5BB-B1E648ED29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608399" y="2190024"/>
                  <a:ext cx="257198" cy="178593"/>
                </a:xfrm>
                <a:prstGeom prst="curvedConnector3">
                  <a:avLst/>
                </a:prstGeom>
                <a:ln>
                  <a:solidFill>
                    <a:srgbClr val="E8574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B18F958-B739-817A-CEEE-B517A2C239A0}"/>
                    </a:ext>
                  </a:extLst>
                </p:cNvPr>
                <p:cNvSpPr txBox="1"/>
                <p:nvPr/>
              </p:nvSpPr>
              <p:spPr>
                <a:xfrm>
                  <a:off x="427196" y="1883797"/>
                  <a:ext cx="145827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rgbClr val="E8574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Addis Ababa (35%)</a:t>
                  </a:r>
                  <a:endParaRPr lang="en-US" sz="1200" dirty="0">
                    <a:solidFill>
                      <a:srgbClr val="E85748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34F8E02-6FEC-D478-7FEB-0CA8E4EB8667}"/>
                  </a:ext>
                </a:extLst>
              </p:cNvPr>
              <p:cNvGrpSpPr/>
              <p:nvPr/>
            </p:nvGrpSpPr>
            <p:grpSpPr>
              <a:xfrm>
                <a:off x="4454842" y="4595502"/>
                <a:ext cx="835978" cy="441319"/>
                <a:chOff x="914876" y="1689427"/>
                <a:chExt cx="835978" cy="441319"/>
              </a:xfrm>
            </p:grpSpPr>
            <p:cxnSp>
              <p:nvCxnSpPr>
                <p:cNvPr id="26" name="Connector: Curved 25">
                  <a:extLst>
                    <a:ext uri="{FF2B5EF4-FFF2-40B4-BE49-F238E27FC236}">
                      <a16:creationId xmlns:a16="http://schemas.microsoft.com/office/drawing/2014/main" id="{D65438CE-598A-2846-4B9D-8B3F889504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312673" y="1783438"/>
                  <a:ext cx="200722" cy="12700"/>
                </a:xfrm>
                <a:prstGeom prst="curvedConnector3">
                  <a:avLst/>
                </a:prstGeom>
                <a:ln>
                  <a:solidFill>
                    <a:srgbClr val="E8574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989221D-4EBA-D1BA-7992-184BD16FC3AD}"/>
                    </a:ext>
                  </a:extLst>
                </p:cNvPr>
                <p:cNvSpPr txBox="1"/>
                <p:nvPr/>
              </p:nvSpPr>
              <p:spPr>
                <a:xfrm>
                  <a:off x="914876" y="1853747"/>
                  <a:ext cx="83597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rgbClr val="E8574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Cairo (2%)</a:t>
                  </a:r>
                  <a:endParaRPr lang="en-US" sz="1200" dirty="0">
                    <a:solidFill>
                      <a:srgbClr val="E85748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DDE97F4E-815F-742F-1195-68FC364D9261}"/>
                  </a:ext>
                </a:extLst>
              </p:cNvPr>
              <p:cNvGrpSpPr/>
              <p:nvPr/>
            </p:nvGrpSpPr>
            <p:grpSpPr>
              <a:xfrm>
                <a:off x="5030152" y="2137920"/>
                <a:ext cx="1458278" cy="489831"/>
                <a:chOff x="631508" y="1918089"/>
                <a:chExt cx="1458278" cy="489831"/>
              </a:xfrm>
            </p:grpSpPr>
            <p:cxnSp>
              <p:nvCxnSpPr>
                <p:cNvPr id="31" name="Connector: Curved 30">
                  <a:extLst>
                    <a:ext uri="{FF2B5EF4-FFF2-40B4-BE49-F238E27FC236}">
                      <a16:creationId xmlns:a16="http://schemas.microsoft.com/office/drawing/2014/main" id="{87EF2FBE-311C-2627-AD05-4C9A33DA87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608399" y="2190024"/>
                  <a:ext cx="257198" cy="178593"/>
                </a:xfrm>
                <a:prstGeom prst="curvedConnector3">
                  <a:avLst/>
                </a:prstGeom>
                <a:ln>
                  <a:solidFill>
                    <a:srgbClr val="F39F1B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3EF7898-9239-B37C-6179-960E553C707F}"/>
                    </a:ext>
                  </a:extLst>
                </p:cNvPr>
                <p:cNvSpPr txBox="1"/>
                <p:nvPr/>
              </p:nvSpPr>
              <p:spPr>
                <a:xfrm>
                  <a:off x="631508" y="1918089"/>
                  <a:ext cx="145827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rgbClr val="F39F1B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Phnom Penh (52%)</a:t>
                  </a:r>
                  <a:endParaRPr lang="en-US" sz="1200" dirty="0">
                    <a:solidFill>
                      <a:srgbClr val="F39F1B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33" name="Connector: Curved 32">
                <a:extLst>
                  <a:ext uri="{FF2B5EF4-FFF2-40B4-BE49-F238E27FC236}">
                    <a16:creationId xmlns:a16="http://schemas.microsoft.com/office/drawing/2014/main" id="{9D1528AA-2E21-60F8-B35A-62ECC0901BA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388203" y="3482408"/>
                <a:ext cx="257198" cy="178593"/>
              </a:xfrm>
              <a:prstGeom prst="curvedConnector3">
                <a:avLst/>
              </a:prstGeom>
              <a:ln>
                <a:solidFill>
                  <a:srgbClr val="F39F1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20D348E-C0E0-2E74-1EA1-422801C14776}"/>
                  </a:ext>
                </a:extLst>
              </p:cNvPr>
              <p:cNvSpPr txBox="1"/>
              <p:nvPr/>
            </p:nvSpPr>
            <p:spPr>
              <a:xfrm>
                <a:off x="5141119" y="3188440"/>
                <a:ext cx="145827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F39F1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Hanoi (24%)</a:t>
                </a:r>
                <a:endParaRPr lang="en-US" sz="1200" dirty="0">
                  <a:solidFill>
                    <a:srgbClr val="F39F1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B5B769B-20D6-5808-9DF9-CD24D689BF27}"/>
                  </a:ext>
                </a:extLst>
              </p:cNvPr>
              <p:cNvGrpSpPr/>
              <p:nvPr/>
            </p:nvGrpSpPr>
            <p:grpSpPr>
              <a:xfrm>
                <a:off x="2376725" y="3127658"/>
                <a:ext cx="1458278" cy="524123"/>
                <a:chOff x="427196" y="1883797"/>
                <a:chExt cx="1458278" cy="524123"/>
              </a:xfrm>
            </p:grpSpPr>
            <p:cxnSp>
              <p:nvCxnSpPr>
                <p:cNvPr id="36" name="Connector: Curved 35">
                  <a:extLst>
                    <a:ext uri="{FF2B5EF4-FFF2-40B4-BE49-F238E27FC236}">
                      <a16:creationId xmlns:a16="http://schemas.microsoft.com/office/drawing/2014/main" id="{4759AA19-6FF8-B885-0ADE-5F55309A89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608399" y="2190024"/>
                  <a:ext cx="257198" cy="178593"/>
                </a:xfrm>
                <a:prstGeom prst="curvedConnector3">
                  <a:avLst/>
                </a:prstGeom>
                <a:ln>
                  <a:solidFill>
                    <a:srgbClr val="E8574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FF44BBF-DE45-E19B-BD46-9AC0B8A8C1F8}"/>
                    </a:ext>
                  </a:extLst>
                </p:cNvPr>
                <p:cNvSpPr txBox="1"/>
                <p:nvPr/>
              </p:nvSpPr>
              <p:spPr>
                <a:xfrm>
                  <a:off x="427196" y="1883797"/>
                  <a:ext cx="145827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rgbClr val="E8574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Nairobi (25%)</a:t>
                  </a:r>
                  <a:endParaRPr lang="en-US" sz="1200" dirty="0">
                    <a:solidFill>
                      <a:srgbClr val="E85748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38" name="Connector: Curved 37">
                <a:extLst>
                  <a:ext uri="{FF2B5EF4-FFF2-40B4-BE49-F238E27FC236}">
                    <a16:creationId xmlns:a16="http://schemas.microsoft.com/office/drawing/2014/main" id="{E5584B39-EF70-8D51-96BD-E928C50AC9B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858408" y="4691732"/>
                <a:ext cx="140404" cy="68580"/>
              </a:xfrm>
              <a:prstGeom prst="curvedConnector3">
                <a:avLst/>
              </a:prstGeom>
              <a:ln>
                <a:solidFill>
                  <a:srgbClr val="F39F1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16461F6-8C52-46A7-A68C-2330C144FC28}"/>
                  </a:ext>
                </a:extLst>
              </p:cNvPr>
              <p:cNvSpPr txBox="1"/>
              <p:nvPr/>
            </p:nvSpPr>
            <p:spPr>
              <a:xfrm>
                <a:off x="7336472" y="4716260"/>
                <a:ext cx="102774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F39F1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Bangkok (1%)</a:t>
                </a:r>
                <a:endParaRPr lang="en-US" sz="1200" dirty="0">
                  <a:solidFill>
                    <a:srgbClr val="F39F1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4" name="Connector: Curved 43">
                <a:extLst>
                  <a:ext uri="{FF2B5EF4-FFF2-40B4-BE49-F238E27FC236}">
                    <a16:creationId xmlns:a16="http://schemas.microsoft.com/office/drawing/2014/main" id="{51428741-839F-B788-BEEA-8CEF25B090D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209383" y="4107443"/>
                <a:ext cx="257198" cy="178593"/>
              </a:xfrm>
              <a:prstGeom prst="curvedConnector3">
                <a:avLst/>
              </a:prstGeom>
              <a:ln>
                <a:solidFill>
                  <a:srgbClr val="F39F1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0E5D525-E6CD-5F8A-A79B-EF21907DC3A8}"/>
                  </a:ext>
                </a:extLst>
              </p:cNvPr>
              <p:cNvSpPr txBox="1"/>
              <p:nvPr/>
            </p:nvSpPr>
            <p:spPr>
              <a:xfrm>
                <a:off x="6962299" y="3813475"/>
                <a:ext cx="145827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F39F1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Jakarta (8.3%)</a:t>
                </a:r>
                <a:endParaRPr lang="en-US" sz="1200" dirty="0">
                  <a:solidFill>
                    <a:srgbClr val="F39F1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E4CC9B1E-017F-AD51-E8CD-EBA8A0E5AF7E}"/>
                  </a:ext>
                </a:extLst>
              </p:cNvPr>
              <p:cNvGrpSpPr/>
              <p:nvPr/>
            </p:nvGrpSpPr>
            <p:grpSpPr>
              <a:xfrm>
                <a:off x="8212693" y="2765806"/>
                <a:ext cx="957358" cy="524123"/>
                <a:chOff x="427196" y="1883797"/>
                <a:chExt cx="957358" cy="524123"/>
              </a:xfrm>
            </p:grpSpPr>
            <p:cxnSp>
              <p:nvCxnSpPr>
                <p:cNvPr id="47" name="Connector: Curved 46">
                  <a:extLst>
                    <a:ext uri="{FF2B5EF4-FFF2-40B4-BE49-F238E27FC236}">
                      <a16:creationId xmlns:a16="http://schemas.microsoft.com/office/drawing/2014/main" id="{467544BD-CF8E-64F3-D70E-5316390302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608399" y="2190024"/>
                  <a:ext cx="257198" cy="178593"/>
                </a:xfrm>
                <a:prstGeom prst="curvedConnector3">
                  <a:avLst/>
                </a:prstGeom>
                <a:ln>
                  <a:solidFill>
                    <a:srgbClr val="47A2DE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F66A321-3053-D2C6-DCF6-A0C9DB85703C}"/>
                    </a:ext>
                  </a:extLst>
                </p:cNvPr>
                <p:cNvSpPr txBox="1"/>
                <p:nvPr/>
              </p:nvSpPr>
              <p:spPr>
                <a:xfrm>
                  <a:off x="427196" y="1883797"/>
                  <a:ext cx="95735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rgbClr val="47A2DE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La Paz (35%)</a:t>
                  </a:r>
                  <a:endParaRPr lang="en-US" sz="1200" dirty="0">
                    <a:solidFill>
                      <a:srgbClr val="47A2D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cxnSp>
          <p:nvCxnSpPr>
            <p:cNvPr id="2" name="Connector: Curved 1">
              <a:extLst>
                <a:ext uri="{FF2B5EF4-FFF2-40B4-BE49-F238E27FC236}">
                  <a16:creationId xmlns:a16="http://schemas.microsoft.com/office/drawing/2014/main" id="{B33AFAE2-1396-17DC-980C-5E1C0E5BADB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1821122" y="4682891"/>
              <a:ext cx="140404" cy="68580"/>
            </a:xfrm>
            <a:prstGeom prst="curvedConnector3">
              <a:avLst/>
            </a:prstGeom>
            <a:ln>
              <a:solidFill>
                <a:srgbClr val="47A2D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4B70BFA-9E8E-5464-02BB-8CEDF76D6249}"/>
                </a:ext>
              </a:extLst>
            </p:cNvPr>
            <p:cNvSpPr txBox="1"/>
            <p:nvPr/>
          </p:nvSpPr>
          <p:spPr>
            <a:xfrm>
              <a:off x="10748010" y="4707419"/>
              <a:ext cx="157892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47A2D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Mexico City (0.3%)</a:t>
              </a:r>
              <a:endParaRPr lang="en-US" sz="1200" dirty="0">
                <a:solidFill>
                  <a:srgbClr val="47A2D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" name="Connector: Curved 3">
              <a:extLst>
                <a:ext uri="{FF2B5EF4-FFF2-40B4-BE49-F238E27FC236}">
                  <a16:creationId xmlns:a16="http://schemas.microsoft.com/office/drawing/2014/main" id="{3D4F4ED3-9F01-ABC1-7A33-213A9586078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0650362" y="4169351"/>
              <a:ext cx="205776" cy="101920"/>
            </a:xfrm>
            <a:prstGeom prst="curvedConnector3">
              <a:avLst/>
            </a:prstGeom>
            <a:ln>
              <a:solidFill>
                <a:srgbClr val="47A2D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A29EB6-03F0-271E-A4FC-D1AA4C706486}"/>
                </a:ext>
              </a:extLst>
            </p:cNvPr>
            <p:cNvSpPr txBox="1"/>
            <p:nvPr/>
          </p:nvSpPr>
          <p:spPr>
            <a:xfrm>
              <a:off x="9866229" y="3885207"/>
              <a:ext cx="145717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47A2D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Buenos Aries (8%)</a:t>
              </a:r>
              <a:endParaRPr lang="en-US" sz="1200" dirty="0">
                <a:solidFill>
                  <a:srgbClr val="47A2D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Connector: Curved 23">
              <a:extLst>
                <a:ext uri="{FF2B5EF4-FFF2-40B4-BE49-F238E27FC236}">
                  <a16:creationId xmlns:a16="http://schemas.microsoft.com/office/drawing/2014/main" id="{DFC59170-92E0-AFB5-C7F0-410EF9E9EA8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346862" y="3728551"/>
              <a:ext cx="181938" cy="78838"/>
            </a:xfrm>
            <a:prstGeom prst="curvedConnector3">
              <a:avLst/>
            </a:prstGeom>
            <a:ln>
              <a:solidFill>
                <a:srgbClr val="47A2D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9E4933-B93F-FE4E-66D7-0299F77F93CA}"/>
                </a:ext>
              </a:extLst>
            </p:cNvPr>
            <p:cNvSpPr txBox="1"/>
            <p:nvPr/>
          </p:nvSpPr>
          <p:spPr>
            <a:xfrm>
              <a:off x="8075379" y="3460494"/>
              <a:ext cx="16362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47A2D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Guatemala City (20%)</a:t>
              </a:r>
              <a:endParaRPr lang="en-US" sz="1200" dirty="0">
                <a:solidFill>
                  <a:srgbClr val="47A2D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2660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4670731-00FA-7E84-5EE4-A5D209B6B636}"/>
              </a:ext>
            </a:extLst>
          </p:cNvPr>
          <p:cNvGrpSpPr/>
          <p:nvPr/>
        </p:nvGrpSpPr>
        <p:grpSpPr>
          <a:xfrm>
            <a:off x="3650517" y="1350605"/>
            <a:ext cx="4579620" cy="3175197"/>
            <a:chOff x="4331237" y="4876125"/>
            <a:chExt cx="4579620" cy="317519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0778490-36F2-DD72-09FD-806D8DA6C8E3}"/>
                </a:ext>
              </a:extLst>
            </p:cNvPr>
            <p:cNvGrpSpPr/>
            <p:nvPr/>
          </p:nvGrpSpPr>
          <p:grpSpPr>
            <a:xfrm>
              <a:off x="4331237" y="4876125"/>
              <a:ext cx="4579620" cy="3175197"/>
              <a:chOff x="4331237" y="4876125"/>
              <a:chExt cx="4579620" cy="3175197"/>
            </a:xfrm>
          </p:grpSpPr>
          <p:pic>
            <p:nvPicPr>
              <p:cNvPr id="10" name="Picture 9" descr="Screenshot from 2025-05-14 13-41-03">
                <a:extLst>
                  <a:ext uri="{FF2B5EF4-FFF2-40B4-BE49-F238E27FC236}">
                    <a16:creationId xmlns:a16="http://schemas.microsoft.com/office/drawing/2014/main" id="{C01D940A-8FAE-BDC0-642C-525D7495A8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55738" y="5438570"/>
                <a:ext cx="2255119" cy="2073837"/>
              </a:xfrm>
              <a:prstGeom prst="rect">
                <a:avLst/>
              </a:prstGeom>
            </p:spPr>
          </p:pic>
          <p:pic>
            <p:nvPicPr>
              <p:cNvPr id="11" name="Picture 10" descr="Screenshot from 2025-05-14 13-40-46">
                <a:extLst>
                  <a:ext uri="{FF2B5EF4-FFF2-40B4-BE49-F238E27FC236}">
                    <a16:creationId xmlns:a16="http://schemas.microsoft.com/office/drawing/2014/main" id="{E60FD027-D53A-A681-F06B-550CC419C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86471" y="5438570"/>
                <a:ext cx="2255119" cy="2073837"/>
              </a:xfrm>
              <a:prstGeom prst="rect">
                <a:avLst/>
              </a:prstGeom>
            </p:spPr>
          </p:pic>
          <p:grpSp>
            <p:nvGrpSpPr>
              <p:cNvPr id="12" name="Google Shape;156;p16">
                <a:extLst>
                  <a:ext uri="{FF2B5EF4-FFF2-40B4-BE49-F238E27FC236}">
                    <a16:creationId xmlns:a16="http://schemas.microsoft.com/office/drawing/2014/main" id="{7CDB566B-3AD5-4F89-D3F7-2304063E8FB9}"/>
                  </a:ext>
                </a:extLst>
              </p:cNvPr>
              <p:cNvGrpSpPr/>
              <p:nvPr/>
            </p:nvGrpSpPr>
            <p:grpSpPr>
              <a:xfrm>
                <a:off x="5130180" y="7512407"/>
                <a:ext cx="2609442" cy="538915"/>
                <a:chOff x="4807925" y="4484375"/>
                <a:chExt cx="2693250" cy="555510"/>
              </a:xfrm>
            </p:grpSpPr>
            <p:sp>
              <p:nvSpPr>
                <p:cNvPr id="19" name="Google Shape;157;p16">
                  <a:extLst>
                    <a:ext uri="{FF2B5EF4-FFF2-40B4-BE49-F238E27FC236}">
                      <a16:creationId xmlns:a16="http://schemas.microsoft.com/office/drawing/2014/main" id="{1D4159BA-9F4B-C77F-1E87-65A1B7C4B82C}"/>
                    </a:ext>
                  </a:extLst>
                </p:cNvPr>
                <p:cNvSpPr/>
                <p:nvPr/>
              </p:nvSpPr>
              <p:spPr>
                <a:xfrm>
                  <a:off x="4913433" y="4758200"/>
                  <a:ext cx="432300" cy="234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158;p16">
                  <a:extLst>
                    <a:ext uri="{FF2B5EF4-FFF2-40B4-BE49-F238E27FC236}">
                      <a16:creationId xmlns:a16="http://schemas.microsoft.com/office/drawing/2014/main" id="{C3DDC6F3-EA18-04CF-EC30-F668F194365B}"/>
                    </a:ext>
                  </a:extLst>
                </p:cNvPr>
                <p:cNvSpPr txBox="1"/>
                <p:nvPr/>
              </p:nvSpPr>
              <p:spPr>
                <a:xfrm>
                  <a:off x="4807925" y="4484375"/>
                  <a:ext cx="800100" cy="3172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-AT" sz="800" b="1" dirty="0">
                      <a:solidFill>
                        <a:schemeClr val="dk1"/>
                      </a:solidFill>
                    </a:rPr>
                    <a:t>No Building</a:t>
                  </a:r>
                  <a:endParaRPr sz="800" b="1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1" name="Google Shape;159;p16">
                  <a:extLst>
                    <a:ext uri="{FF2B5EF4-FFF2-40B4-BE49-F238E27FC236}">
                      <a16:creationId xmlns:a16="http://schemas.microsoft.com/office/drawing/2014/main" id="{8A79316B-DA71-8997-E842-D2E894125E62}"/>
                    </a:ext>
                  </a:extLst>
                </p:cNvPr>
                <p:cNvSpPr/>
                <p:nvPr/>
              </p:nvSpPr>
              <p:spPr>
                <a:xfrm>
                  <a:off x="5890875" y="4753925"/>
                  <a:ext cx="1009200" cy="234600"/>
                </a:xfrm>
                <a:prstGeom prst="rect">
                  <a:avLst/>
                </a:prstGeom>
                <a:gradFill>
                  <a:gsLst>
                    <a:gs pos="0">
                      <a:srgbClr val="1D4877"/>
                    </a:gs>
                    <a:gs pos="24000">
                      <a:srgbClr val="1B8A5A"/>
                    </a:gs>
                    <a:gs pos="50000">
                      <a:srgbClr val="FBB021"/>
                    </a:gs>
                    <a:gs pos="75000">
                      <a:srgbClr val="F68838"/>
                    </a:gs>
                    <a:gs pos="100000">
                      <a:srgbClr val="EE3E3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160;p16">
                  <a:extLst>
                    <a:ext uri="{FF2B5EF4-FFF2-40B4-BE49-F238E27FC236}">
                      <a16:creationId xmlns:a16="http://schemas.microsoft.com/office/drawing/2014/main" id="{8FC6A2B4-E02F-FD61-B77F-7C437F03CCC8}"/>
                    </a:ext>
                  </a:extLst>
                </p:cNvPr>
                <p:cNvSpPr txBox="1"/>
                <p:nvPr/>
              </p:nvSpPr>
              <p:spPr>
                <a:xfrm>
                  <a:off x="5647975" y="4709675"/>
                  <a:ext cx="233100" cy="3302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-AT" sz="900">
                      <a:solidFill>
                        <a:schemeClr val="dk1"/>
                      </a:solidFill>
                    </a:rPr>
                    <a:t>0</a:t>
                  </a:r>
                  <a:endParaRPr sz="90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3" name="Google Shape;161;p16">
                  <a:extLst>
                    <a:ext uri="{FF2B5EF4-FFF2-40B4-BE49-F238E27FC236}">
                      <a16:creationId xmlns:a16="http://schemas.microsoft.com/office/drawing/2014/main" id="{83EFF2ED-5902-1A57-D6D5-171576C714FB}"/>
                    </a:ext>
                  </a:extLst>
                </p:cNvPr>
                <p:cNvSpPr txBox="1"/>
                <p:nvPr/>
              </p:nvSpPr>
              <p:spPr>
                <a:xfrm>
                  <a:off x="6909875" y="4709675"/>
                  <a:ext cx="591300" cy="3302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-AT" sz="900">
                      <a:solidFill>
                        <a:schemeClr val="dk1"/>
                      </a:solidFill>
                    </a:rPr>
                    <a:t>100m</a:t>
                  </a:r>
                  <a:endParaRPr sz="90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4" name="Google Shape;162;p16">
                  <a:extLst>
                    <a:ext uri="{FF2B5EF4-FFF2-40B4-BE49-F238E27FC236}">
                      <a16:creationId xmlns:a16="http://schemas.microsoft.com/office/drawing/2014/main" id="{165B0EB4-DBF9-911D-76C3-86470912D942}"/>
                    </a:ext>
                  </a:extLst>
                </p:cNvPr>
                <p:cNvSpPr txBox="1"/>
                <p:nvPr/>
              </p:nvSpPr>
              <p:spPr>
                <a:xfrm>
                  <a:off x="5819375" y="4484375"/>
                  <a:ext cx="1681800" cy="3138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-AT" sz="800" b="1">
                      <a:solidFill>
                        <a:schemeClr val="dk1"/>
                      </a:solidFill>
                    </a:rPr>
                    <a:t>Building Height (pixel)</a:t>
                  </a:r>
                  <a:endParaRPr sz="800" b="1">
                    <a:solidFill>
                      <a:schemeClr val="dk1"/>
                    </a:solidFill>
                  </a:endParaRPr>
                </a:p>
              </p:txBody>
            </p:sp>
          </p:grpSp>
          <p:sp>
            <p:nvSpPr>
              <p:cNvPr id="13" name="Text Box 9">
                <a:extLst>
                  <a:ext uri="{FF2B5EF4-FFF2-40B4-BE49-F238E27FC236}">
                    <a16:creationId xmlns:a16="http://schemas.microsoft.com/office/drawing/2014/main" id="{3C927364-0890-7105-7E1F-38B32E500910}"/>
                  </a:ext>
                </a:extLst>
              </p:cNvPr>
              <p:cNvSpPr txBox="1"/>
              <p:nvPr/>
            </p:nvSpPr>
            <p:spPr>
              <a:xfrm>
                <a:off x="4331237" y="4876125"/>
                <a:ext cx="45796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algn="ctr"/>
                <a:r>
                  <a:rPr lang="en-US" altLang="zh-CN" dirty="0"/>
                  <a:t>Sample Data: </a:t>
                </a:r>
                <a:r>
                  <a:rPr lang="en-US" dirty="0"/>
                  <a:t>Antananarivo,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Madagascar</a:t>
                </a:r>
                <a:endParaRPr lang="en-US" dirty="0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1F45A53-8D83-F44D-2D2E-4790A3644DA3}"/>
                  </a:ext>
                </a:extLst>
              </p:cNvPr>
              <p:cNvGrpSpPr/>
              <p:nvPr/>
            </p:nvGrpSpPr>
            <p:grpSpPr>
              <a:xfrm>
                <a:off x="7771610" y="7589923"/>
                <a:ext cx="729561" cy="319904"/>
                <a:chOff x="9532" y="3515"/>
                <a:chExt cx="1186" cy="520"/>
              </a:xfrm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AD1C097F-CE68-7841-B920-C2D7F342E0F1}"/>
                    </a:ext>
                  </a:extLst>
                </p:cNvPr>
                <p:cNvCxnSpPr/>
                <p:nvPr/>
              </p:nvCxnSpPr>
              <p:spPr>
                <a:xfrm>
                  <a:off x="9532" y="4006"/>
                  <a:ext cx="118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29074F8D-5CC1-8EC8-38E1-DD15DA942291}"/>
                    </a:ext>
                  </a:extLst>
                </p:cNvPr>
                <p:cNvCxnSpPr/>
                <p:nvPr/>
              </p:nvCxnSpPr>
              <p:spPr>
                <a:xfrm flipV="1">
                  <a:off x="9551" y="3894"/>
                  <a:ext cx="3" cy="13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BCB3F8C3-68E2-B3F1-21D4-30198BF5D7A6}"/>
                    </a:ext>
                  </a:extLst>
                </p:cNvPr>
                <p:cNvCxnSpPr/>
                <p:nvPr/>
              </p:nvCxnSpPr>
              <p:spPr>
                <a:xfrm flipV="1">
                  <a:off x="10706" y="3894"/>
                  <a:ext cx="3" cy="13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8" name="Google Shape;161;p16">
                  <a:extLst>
                    <a:ext uri="{FF2B5EF4-FFF2-40B4-BE49-F238E27FC236}">
                      <a16:creationId xmlns:a16="http://schemas.microsoft.com/office/drawing/2014/main" id="{CC1B998F-6676-CB6C-3959-B46E928E9E6B}"/>
                    </a:ext>
                  </a:extLst>
                </p:cNvPr>
                <p:cNvSpPr txBox="1"/>
                <p:nvPr/>
              </p:nvSpPr>
              <p:spPr>
                <a:xfrm>
                  <a:off x="9677" y="3515"/>
                  <a:ext cx="931" cy="5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altLang="de-AT" sz="900">
                      <a:solidFill>
                        <a:schemeClr val="dk1"/>
                      </a:solidFill>
                    </a:rPr>
                    <a:t>10 km</a:t>
                  </a: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243BB5-46D1-3741-4C0B-AE9268736F88}"/>
                </a:ext>
              </a:extLst>
            </p:cNvPr>
            <p:cNvSpPr txBox="1"/>
            <p:nvPr/>
          </p:nvSpPr>
          <p:spPr>
            <a:xfrm>
              <a:off x="5093597" y="5186802"/>
              <a:ext cx="6964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2016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D9BE8D-9983-9699-DD6B-8CA745F4FE07}"/>
                </a:ext>
              </a:extLst>
            </p:cNvPr>
            <p:cNvSpPr txBox="1"/>
            <p:nvPr/>
          </p:nvSpPr>
          <p:spPr>
            <a:xfrm>
              <a:off x="7391390" y="5162907"/>
              <a:ext cx="6964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2023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9113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86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April Liang</dc:creator>
  <cp:lastModifiedBy>Jiaqi Liang</cp:lastModifiedBy>
  <cp:revision>3</cp:revision>
  <dcterms:created xsi:type="dcterms:W3CDTF">2026-07-01T15:04:40Z</dcterms:created>
  <dcterms:modified xsi:type="dcterms:W3CDTF">2026-07-02T15:29:09Z</dcterms:modified>
</cp:coreProperties>
</file>